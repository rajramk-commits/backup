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4874" r:id="rId2"/>
    <p:sldId id="257" r:id="rId3"/>
    <p:sldId id="259" r:id="rId4"/>
    <p:sldId id="260" r:id="rId5"/>
    <p:sldId id="262" r:id="rId6"/>
    <p:sldId id="261" r:id="rId7"/>
    <p:sldId id="265" r:id="rId8"/>
    <p:sldId id="263" r:id="rId9"/>
    <p:sldId id="264" r:id="rId10"/>
    <p:sldId id="336"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8" d="100"/>
          <a:sy n="68" d="100"/>
        </p:scale>
        <p:origin x="792"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836B66-315F-F2DB-D840-963345118CF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B41A392-8E05-1038-5EC6-A2DE283A454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CCC125E-2409-297F-8D19-2822BDCD7D0E}"/>
              </a:ext>
            </a:extLst>
          </p:cNvPr>
          <p:cNvSpPr>
            <a:spLocks noGrp="1"/>
          </p:cNvSpPr>
          <p:nvPr>
            <p:ph type="dt" sz="half" idx="10"/>
          </p:nvPr>
        </p:nvSpPr>
        <p:spPr/>
        <p:txBody>
          <a:bodyPr/>
          <a:lstStyle/>
          <a:p>
            <a:fld id="{B022D9D4-B78E-4BC8-9B8B-F1BB132768FC}" type="datetimeFigureOut">
              <a:rPr lang="en-US" smtClean="0"/>
              <a:t>1/31/2024</a:t>
            </a:fld>
            <a:endParaRPr lang="en-US"/>
          </a:p>
        </p:txBody>
      </p:sp>
      <p:sp>
        <p:nvSpPr>
          <p:cNvPr id="5" name="Footer Placeholder 4">
            <a:extLst>
              <a:ext uri="{FF2B5EF4-FFF2-40B4-BE49-F238E27FC236}">
                <a16:creationId xmlns:a16="http://schemas.microsoft.com/office/drawing/2014/main" id="{98270CBB-26A6-829C-F80E-2416103B4E9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558996E-1E08-F67F-E54D-E1773782839A}"/>
              </a:ext>
            </a:extLst>
          </p:cNvPr>
          <p:cNvSpPr>
            <a:spLocks noGrp="1"/>
          </p:cNvSpPr>
          <p:nvPr>
            <p:ph type="sldNum" sz="quarter" idx="12"/>
          </p:nvPr>
        </p:nvSpPr>
        <p:spPr/>
        <p:txBody>
          <a:bodyPr/>
          <a:lstStyle/>
          <a:p>
            <a:fld id="{E82E4326-4329-496D-A3DB-15E79C25C1EE}" type="slidenum">
              <a:rPr lang="en-US" smtClean="0"/>
              <a:t>‹#›</a:t>
            </a:fld>
            <a:endParaRPr lang="en-US"/>
          </a:p>
        </p:txBody>
      </p:sp>
    </p:spTree>
    <p:extLst>
      <p:ext uri="{BB962C8B-B14F-4D97-AF65-F5344CB8AC3E}">
        <p14:creationId xmlns:p14="http://schemas.microsoft.com/office/powerpoint/2010/main" val="20243668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87A248-CB10-DE3A-CB17-0603E76B311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726A47E-D802-96E7-EC06-A6BAD009174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B9EA003-C7F3-EB4B-1A83-AF6C521F6AB9}"/>
              </a:ext>
            </a:extLst>
          </p:cNvPr>
          <p:cNvSpPr>
            <a:spLocks noGrp="1"/>
          </p:cNvSpPr>
          <p:nvPr>
            <p:ph type="dt" sz="half" idx="10"/>
          </p:nvPr>
        </p:nvSpPr>
        <p:spPr/>
        <p:txBody>
          <a:bodyPr/>
          <a:lstStyle/>
          <a:p>
            <a:fld id="{B022D9D4-B78E-4BC8-9B8B-F1BB132768FC}" type="datetimeFigureOut">
              <a:rPr lang="en-US" smtClean="0"/>
              <a:t>1/31/2024</a:t>
            </a:fld>
            <a:endParaRPr lang="en-US"/>
          </a:p>
        </p:txBody>
      </p:sp>
      <p:sp>
        <p:nvSpPr>
          <p:cNvPr id="5" name="Footer Placeholder 4">
            <a:extLst>
              <a:ext uri="{FF2B5EF4-FFF2-40B4-BE49-F238E27FC236}">
                <a16:creationId xmlns:a16="http://schemas.microsoft.com/office/drawing/2014/main" id="{5C2C4DFB-A771-8EA4-8DB5-40D5151666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43D1220-6BCD-94AB-0715-485806895C78}"/>
              </a:ext>
            </a:extLst>
          </p:cNvPr>
          <p:cNvSpPr>
            <a:spLocks noGrp="1"/>
          </p:cNvSpPr>
          <p:nvPr>
            <p:ph type="sldNum" sz="quarter" idx="12"/>
          </p:nvPr>
        </p:nvSpPr>
        <p:spPr/>
        <p:txBody>
          <a:bodyPr/>
          <a:lstStyle/>
          <a:p>
            <a:fld id="{E82E4326-4329-496D-A3DB-15E79C25C1EE}" type="slidenum">
              <a:rPr lang="en-US" smtClean="0"/>
              <a:t>‹#›</a:t>
            </a:fld>
            <a:endParaRPr lang="en-US"/>
          </a:p>
        </p:txBody>
      </p:sp>
    </p:spTree>
    <p:extLst>
      <p:ext uri="{BB962C8B-B14F-4D97-AF65-F5344CB8AC3E}">
        <p14:creationId xmlns:p14="http://schemas.microsoft.com/office/powerpoint/2010/main" val="1963799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CD77CE-8021-707A-CCFE-88DFAFF4950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4677A6B-A163-5381-18E6-7FF8BDADACC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406DBE9-1F14-02F1-51E1-DE748CECA3C0}"/>
              </a:ext>
            </a:extLst>
          </p:cNvPr>
          <p:cNvSpPr>
            <a:spLocks noGrp="1"/>
          </p:cNvSpPr>
          <p:nvPr>
            <p:ph type="dt" sz="half" idx="10"/>
          </p:nvPr>
        </p:nvSpPr>
        <p:spPr/>
        <p:txBody>
          <a:bodyPr/>
          <a:lstStyle/>
          <a:p>
            <a:fld id="{B022D9D4-B78E-4BC8-9B8B-F1BB132768FC}" type="datetimeFigureOut">
              <a:rPr lang="en-US" smtClean="0"/>
              <a:t>1/31/2024</a:t>
            </a:fld>
            <a:endParaRPr lang="en-US"/>
          </a:p>
        </p:txBody>
      </p:sp>
      <p:sp>
        <p:nvSpPr>
          <p:cNvPr id="5" name="Footer Placeholder 4">
            <a:extLst>
              <a:ext uri="{FF2B5EF4-FFF2-40B4-BE49-F238E27FC236}">
                <a16:creationId xmlns:a16="http://schemas.microsoft.com/office/drawing/2014/main" id="{0BBD9C5B-004A-7877-50AD-CE8195487EB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D0BB2E8-AACF-A49A-B42B-F1CC5B535E13}"/>
              </a:ext>
            </a:extLst>
          </p:cNvPr>
          <p:cNvSpPr>
            <a:spLocks noGrp="1"/>
          </p:cNvSpPr>
          <p:nvPr>
            <p:ph type="sldNum" sz="quarter" idx="12"/>
          </p:nvPr>
        </p:nvSpPr>
        <p:spPr/>
        <p:txBody>
          <a:bodyPr/>
          <a:lstStyle/>
          <a:p>
            <a:fld id="{E82E4326-4329-496D-A3DB-15E79C25C1EE}" type="slidenum">
              <a:rPr lang="en-US" smtClean="0"/>
              <a:t>‹#›</a:t>
            </a:fld>
            <a:endParaRPr lang="en-US"/>
          </a:p>
        </p:txBody>
      </p:sp>
    </p:spTree>
    <p:extLst>
      <p:ext uri="{BB962C8B-B14F-4D97-AF65-F5344CB8AC3E}">
        <p14:creationId xmlns:p14="http://schemas.microsoft.com/office/powerpoint/2010/main" val="21268078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99E4AA-087D-933E-D57E-C12BE458E4C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F4DDE55-90A1-35DC-C856-1852437DB19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64247B3-0510-9410-3C82-E153A37976C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8EFFBC6-1394-40E8-621B-B6921D997B89}"/>
              </a:ext>
            </a:extLst>
          </p:cNvPr>
          <p:cNvSpPr>
            <a:spLocks noGrp="1"/>
          </p:cNvSpPr>
          <p:nvPr>
            <p:ph type="dt" sz="half" idx="10"/>
          </p:nvPr>
        </p:nvSpPr>
        <p:spPr/>
        <p:txBody>
          <a:bodyPr/>
          <a:lstStyle/>
          <a:p>
            <a:fld id="{B022D9D4-B78E-4BC8-9B8B-F1BB132768FC}" type="datetimeFigureOut">
              <a:rPr lang="en-US" smtClean="0"/>
              <a:t>1/31/2024</a:t>
            </a:fld>
            <a:endParaRPr lang="en-US"/>
          </a:p>
        </p:txBody>
      </p:sp>
      <p:sp>
        <p:nvSpPr>
          <p:cNvPr id="6" name="Footer Placeholder 5">
            <a:extLst>
              <a:ext uri="{FF2B5EF4-FFF2-40B4-BE49-F238E27FC236}">
                <a16:creationId xmlns:a16="http://schemas.microsoft.com/office/drawing/2014/main" id="{0DCEA63B-B166-33F4-B3BB-25F511AEC64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1154B35-1E2D-C2AD-65B7-C581A3A63B52}"/>
              </a:ext>
            </a:extLst>
          </p:cNvPr>
          <p:cNvSpPr>
            <a:spLocks noGrp="1"/>
          </p:cNvSpPr>
          <p:nvPr>
            <p:ph type="sldNum" sz="quarter" idx="12"/>
          </p:nvPr>
        </p:nvSpPr>
        <p:spPr/>
        <p:txBody>
          <a:bodyPr/>
          <a:lstStyle/>
          <a:p>
            <a:fld id="{E82E4326-4329-496D-A3DB-15E79C25C1EE}" type="slidenum">
              <a:rPr lang="en-US" smtClean="0"/>
              <a:t>‹#›</a:t>
            </a:fld>
            <a:endParaRPr lang="en-US"/>
          </a:p>
        </p:txBody>
      </p:sp>
    </p:spTree>
    <p:extLst>
      <p:ext uri="{BB962C8B-B14F-4D97-AF65-F5344CB8AC3E}">
        <p14:creationId xmlns:p14="http://schemas.microsoft.com/office/powerpoint/2010/main" val="2793938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2221B-95AA-7F96-853A-5D42CFF0CEA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BFC9205-AF25-278E-666B-67E03F2F158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13D91CB-DAD1-EB74-B0CE-C3587429381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B2C8533-21A8-3B99-4493-9AEC38CC109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622359E-4CEE-9D7E-94F5-0E8B77F7E40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045CC80-A772-D9DE-76DF-BF5E3FFE1FDE}"/>
              </a:ext>
            </a:extLst>
          </p:cNvPr>
          <p:cNvSpPr>
            <a:spLocks noGrp="1"/>
          </p:cNvSpPr>
          <p:nvPr>
            <p:ph type="dt" sz="half" idx="10"/>
          </p:nvPr>
        </p:nvSpPr>
        <p:spPr/>
        <p:txBody>
          <a:bodyPr/>
          <a:lstStyle/>
          <a:p>
            <a:fld id="{B022D9D4-B78E-4BC8-9B8B-F1BB132768FC}" type="datetimeFigureOut">
              <a:rPr lang="en-US" smtClean="0"/>
              <a:t>1/31/2024</a:t>
            </a:fld>
            <a:endParaRPr lang="en-US"/>
          </a:p>
        </p:txBody>
      </p:sp>
      <p:sp>
        <p:nvSpPr>
          <p:cNvPr id="8" name="Footer Placeholder 7">
            <a:extLst>
              <a:ext uri="{FF2B5EF4-FFF2-40B4-BE49-F238E27FC236}">
                <a16:creationId xmlns:a16="http://schemas.microsoft.com/office/drawing/2014/main" id="{147B93F3-4553-52CD-5F3C-9223D570979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6E71914-0149-CC1D-5F1F-6690B8CA8521}"/>
              </a:ext>
            </a:extLst>
          </p:cNvPr>
          <p:cNvSpPr>
            <a:spLocks noGrp="1"/>
          </p:cNvSpPr>
          <p:nvPr>
            <p:ph type="sldNum" sz="quarter" idx="12"/>
          </p:nvPr>
        </p:nvSpPr>
        <p:spPr/>
        <p:txBody>
          <a:bodyPr/>
          <a:lstStyle/>
          <a:p>
            <a:fld id="{E82E4326-4329-496D-A3DB-15E79C25C1EE}" type="slidenum">
              <a:rPr lang="en-US" smtClean="0"/>
              <a:t>‹#›</a:t>
            </a:fld>
            <a:endParaRPr lang="en-US"/>
          </a:p>
        </p:txBody>
      </p:sp>
    </p:spTree>
    <p:extLst>
      <p:ext uri="{BB962C8B-B14F-4D97-AF65-F5344CB8AC3E}">
        <p14:creationId xmlns:p14="http://schemas.microsoft.com/office/powerpoint/2010/main" val="8403035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B7D497-9D2B-B7FC-06D5-C859153339D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C53607A-54BC-9A48-24B7-B6544B08FF28}"/>
              </a:ext>
            </a:extLst>
          </p:cNvPr>
          <p:cNvSpPr>
            <a:spLocks noGrp="1"/>
          </p:cNvSpPr>
          <p:nvPr>
            <p:ph type="dt" sz="half" idx="10"/>
          </p:nvPr>
        </p:nvSpPr>
        <p:spPr/>
        <p:txBody>
          <a:bodyPr/>
          <a:lstStyle/>
          <a:p>
            <a:fld id="{B022D9D4-B78E-4BC8-9B8B-F1BB132768FC}" type="datetimeFigureOut">
              <a:rPr lang="en-US" smtClean="0"/>
              <a:t>1/31/2024</a:t>
            </a:fld>
            <a:endParaRPr lang="en-US"/>
          </a:p>
        </p:txBody>
      </p:sp>
      <p:sp>
        <p:nvSpPr>
          <p:cNvPr id="4" name="Footer Placeholder 3">
            <a:extLst>
              <a:ext uri="{FF2B5EF4-FFF2-40B4-BE49-F238E27FC236}">
                <a16:creationId xmlns:a16="http://schemas.microsoft.com/office/drawing/2014/main" id="{DAECE4FC-9C15-4A1E-2F2D-D1823510EA4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3DF059C-2D54-8267-315F-1152F9B00791}"/>
              </a:ext>
            </a:extLst>
          </p:cNvPr>
          <p:cNvSpPr>
            <a:spLocks noGrp="1"/>
          </p:cNvSpPr>
          <p:nvPr>
            <p:ph type="sldNum" sz="quarter" idx="12"/>
          </p:nvPr>
        </p:nvSpPr>
        <p:spPr/>
        <p:txBody>
          <a:bodyPr/>
          <a:lstStyle/>
          <a:p>
            <a:fld id="{E82E4326-4329-496D-A3DB-15E79C25C1EE}" type="slidenum">
              <a:rPr lang="en-US" smtClean="0"/>
              <a:t>‹#›</a:t>
            </a:fld>
            <a:endParaRPr lang="en-US"/>
          </a:p>
        </p:txBody>
      </p:sp>
    </p:spTree>
    <p:extLst>
      <p:ext uri="{BB962C8B-B14F-4D97-AF65-F5344CB8AC3E}">
        <p14:creationId xmlns:p14="http://schemas.microsoft.com/office/powerpoint/2010/main" val="38586222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DFCB898-2380-B02A-91FB-6678A95F7931}"/>
              </a:ext>
            </a:extLst>
          </p:cNvPr>
          <p:cNvSpPr>
            <a:spLocks noGrp="1"/>
          </p:cNvSpPr>
          <p:nvPr>
            <p:ph type="dt" sz="half" idx="10"/>
          </p:nvPr>
        </p:nvSpPr>
        <p:spPr/>
        <p:txBody>
          <a:bodyPr/>
          <a:lstStyle/>
          <a:p>
            <a:fld id="{B022D9D4-B78E-4BC8-9B8B-F1BB132768FC}" type="datetimeFigureOut">
              <a:rPr lang="en-US" smtClean="0"/>
              <a:t>1/31/2024</a:t>
            </a:fld>
            <a:endParaRPr lang="en-US"/>
          </a:p>
        </p:txBody>
      </p:sp>
      <p:sp>
        <p:nvSpPr>
          <p:cNvPr id="3" name="Footer Placeholder 2">
            <a:extLst>
              <a:ext uri="{FF2B5EF4-FFF2-40B4-BE49-F238E27FC236}">
                <a16:creationId xmlns:a16="http://schemas.microsoft.com/office/drawing/2014/main" id="{D7174D1D-65EB-64BA-A553-AB9E733F49A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3AEC079-C269-8C12-9E0F-C468A35CB585}"/>
              </a:ext>
            </a:extLst>
          </p:cNvPr>
          <p:cNvSpPr>
            <a:spLocks noGrp="1"/>
          </p:cNvSpPr>
          <p:nvPr>
            <p:ph type="sldNum" sz="quarter" idx="12"/>
          </p:nvPr>
        </p:nvSpPr>
        <p:spPr/>
        <p:txBody>
          <a:bodyPr/>
          <a:lstStyle/>
          <a:p>
            <a:fld id="{E82E4326-4329-496D-A3DB-15E79C25C1EE}" type="slidenum">
              <a:rPr lang="en-US" smtClean="0"/>
              <a:t>‹#›</a:t>
            </a:fld>
            <a:endParaRPr lang="en-US"/>
          </a:p>
        </p:txBody>
      </p:sp>
    </p:spTree>
    <p:extLst>
      <p:ext uri="{BB962C8B-B14F-4D97-AF65-F5344CB8AC3E}">
        <p14:creationId xmlns:p14="http://schemas.microsoft.com/office/powerpoint/2010/main" val="32858609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E0412F-2407-1E5A-ADA3-C38C88BAE4C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55C605C-F1C9-B885-EC79-976B1BD30FD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1A4A0FE-507C-1525-2F8A-17503B5497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61E5AB6-3F79-E64F-20A4-F99EE259C78C}"/>
              </a:ext>
            </a:extLst>
          </p:cNvPr>
          <p:cNvSpPr>
            <a:spLocks noGrp="1"/>
          </p:cNvSpPr>
          <p:nvPr>
            <p:ph type="dt" sz="half" idx="10"/>
          </p:nvPr>
        </p:nvSpPr>
        <p:spPr/>
        <p:txBody>
          <a:bodyPr/>
          <a:lstStyle/>
          <a:p>
            <a:fld id="{B022D9D4-B78E-4BC8-9B8B-F1BB132768FC}" type="datetimeFigureOut">
              <a:rPr lang="en-US" smtClean="0"/>
              <a:t>1/31/2024</a:t>
            </a:fld>
            <a:endParaRPr lang="en-US"/>
          </a:p>
        </p:txBody>
      </p:sp>
      <p:sp>
        <p:nvSpPr>
          <p:cNvPr id="6" name="Footer Placeholder 5">
            <a:extLst>
              <a:ext uri="{FF2B5EF4-FFF2-40B4-BE49-F238E27FC236}">
                <a16:creationId xmlns:a16="http://schemas.microsoft.com/office/drawing/2014/main" id="{8C82ADDD-38FF-8D09-2D95-A5926B884A7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0A13A8A-3FE2-C810-FD23-F7A8AA7ECCF8}"/>
              </a:ext>
            </a:extLst>
          </p:cNvPr>
          <p:cNvSpPr>
            <a:spLocks noGrp="1"/>
          </p:cNvSpPr>
          <p:nvPr>
            <p:ph type="sldNum" sz="quarter" idx="12"/>
          </p:nvPr>
        </p:nvSpPr>
        <p:spPr/>
        <p:txBody>
          <a:bodyPr/>
          <a:lstStyle/>
          <a:p>
            <a:fld id="{E82E4326-4329-496D-A3DB-15E79C25C1EE}" type="slidenum">
              <a:rPr lang="en-US" smtClean="0"/>
              <a:t>‹#›</a:t>
            </a:fld>
            <a:endParaRPr lang="en-US"/>
          </a:p>
        </p:txBody>
      </p:sp>
    </p:spTree>
    <p:extLst>
      <p:ext uri="{BB962C8B-B14F-4D97-AF65-F5344CB8AC3E}">
        <p14:creationId xmlns:p14="http://schemas.microsoft.com/office/powerpoint/2010/main" val="28201776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54CE5-216A-99F5-C740-C8B682DCBD7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F2257AD-209D-09BA-3D2E-62D88132339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7DBF2E0-96A1-1818-F493-B1BC2C6410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9E7D614-1D43-8B13-8EF3-0C36305BD2CD}"/>
              </a:ext>
            </a:extLst>
          </p:cNvPr>
          <p:cNvSpPr>
            <a:spLocks noGrp="1"/>
          </p:cNvSpPr>
          <p:nvPr>
            <p:ph type="dt" sz="half" idx="10"/>
          </p:nvPr>
        </p:nvSpPr>
        <p:spPr/>
        <p:txBody>
          <a:bodyPr/>
          <a:lstStyle/>
          <a:p>
            <a:fld id="{B022D9D4-B78E-4BC8-9B8B-F1BB132768FC}" type="datetimeFigureOut">
              <a:rPr lang="en-US" smtClean="0"/>
              <a:t>1/31/2024</a:t>
            </a:fld>
            <a:endParaRPr lang="en-US"/>
          </a:p>
        </p:txBody>
      </p:sp>
      <p:sp>
        <p:nvSpPr>
          <p:cNvPr id="6" name="Footer Placeholder 5">
            <a:extLst>
              <a:ext uri="{FF2B5EF4-FFF2-40B4-BE49-F238E27FC236}">
                <a16:creationId xmlns:a16="http://schemas.microsoft.com/office/drawing/2014/main" id="{F81CB65F-7609-CDE9-44ED-02CAAB13BB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DFB8EC9-F202-41EC-B29D-0791C36CDA90}"/>
              </a:ext>
            </a:extLst>
          </p:cNvPr>
          <p:cNvSpPr>
            <a:spLocks noGrp="1"/>
          </p:cNvSpPr>
          <p:nvPr>
            <p:ph type="sldNum" sz="quarter" idx="12"/>
          </p:nvPr>
        </p:nvSpPr>
        <p:spPr/>
        <p:txBody>
          <a:bodyPr/>
          <a:lstStyle/>
          <a:p>
            <a:fld id="{E82E4326-4329-496D-A3DB-15E79C25C1EE}" type="slidenum">
              <a:rPr lang="en-US" smtClean="0"/>
              <a:t>‹#›</a:t>
            </a:fld>
            <a:endParaRPr lang="en-US"/>
          </a:p>
        </p:txBody>
      </p:sp>
    </p:spTree>
    <p:extLst>
      <p:ext uri="{BB962C8B-B14F-4D97-AF65-F5344CB8AC3E}">
        <p14:creationId xmlns:p14="http://schemas.microsoft.com/office/powerpoint/2010/main" val="37107029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B1AEA6-FFB3-BCDD-46B5-17BADF490ED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ED1C2BA-74AE-A00B-B0A8-90F35874BF6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C4C3C7A-614A-649B-C007-ABA712071C60}"/>
              </a:ext>
            </a:extLst>
          </p:cNvPr>
          <p:cNvSpPr>
            <a:spLocks noGrp="1"/>
          </p:cNvSpPr>
          <p:nvPr>
            <p:ph type="dt" sz="half" idx="10"/>
          </p:nvPr>
        </p:nvSpPr>
        <p:spPr/>
        <p:txBody>
          <a:bodyPr/>
          <a:lstStyle/>
          <a:p>
            <a:fld id="{B022D9D4-B78E-4BC8-9B8B-F1BB132768FC}" type="datetimeFigureOut">
              <a:rPr lang="en-US" smtClean="0"/>
              <a:t>1/31/2024</a:t>
            </a:fld>
            <a:endParaRPr lang="en-US"/>
          </a:p>
        </p:txBody>
      </p:sp>
      <p:sp>
        <p:nvSpPr>
          <p:cNvPr id="5" name="Footer Placeholder 4">
            <a:extLst>
              <a:ext uri="{FF2B5EF4-FFF2-40B4-BE49-F238E27FC236}">
                <a16:creationId xmlns:a16="http://schemas.microsoft.com/office/drawing/2014/main" id="{C56DEE07-4727-5300-9798-29E31B56AEA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EBBFCF9-9889-4E6D-2214-1F8C84DA86A7}"/>
              </a:ext>
            </a:extLst>
          </p:cNvPr>
          <p:cNvSpPr>
            <a:spLocks noGrp="1"/>
          </p:cNvSpPr>
          <p:nvPr>
            <p:ph type="sldNum" sz="quarter" idx="12"/>
          </p:nvPr>
        </p:nvSpPr>
        <p:spPr/>
        <p:txBody>
          <a:bodyPr/>
          <a:lstStyle/>
          <a:p>
            <a:fld id="{E82E4326-4329-496D-A3DB-15E79C25C1EE}" type="slidenum">
              <a:rPr lang="en-US" smtClean="0"/>
              <a:t>‹#›</a:t>
            </a:fld>
            <a:endParaRPr lang="en-US"/>
          </a:p>
        </p:txBody>
      </p:sp>
    </p:spTree>
    <p:extLst>
      <p:ext uri="{BB962C8B-B14F-4D97-AF65-F5344CB8AC3E}">
        <p14:creationId xmlns:p14="http://schemas.microsoft.com/office/powerpoint/2010/main" val="31547775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0DB3C9D-B11F-72DA-20FB-1DB96F1202F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F5CC6D0-8379-5C47-BEB9-CD9EC940E7C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A4A5B1-73E1-64F1-4A27-F7D22343FDF9}"/>
              </a:ext>
            </a:extLst>
          </p:cNvPr>
          <p:cNvSpPr>
            <a:spLocks noGrp="1"/>
          </p:cNvSpPr>
          <p:nvPr>
            <p:ph type="dt" sz="half" idx="10"/>
          </p:nvPr>
        </p:nvSpPr>
        <p:spPr/>
        <p:txBody>
          <a:bodyPr/>
          <a:lstStyle/>
          <a:p>
            <a:fld id="{B022D9D4-B78E-4BC8-9B8B-F1BB132768FC}" type="datetimeFigureOut">
              <a:rPr lang="en-US" smtClean="0"/>
              <a:t>1/31/2024</a:t>
            </a:fld>
            <a:endParaRPr lang="en-US"/>
          </a:p>
        </p:txBody>
      </p:sp>
      <p:sp>
        <p:nvSpPr>
          <p:cNvPr id="5" name="Footer Placeholder 4">
            <a:extLst>
              <a:ext uri="{FF2B5EF4-FFF2-40B4-BE49-F238E27FC236}">
                <a16:creationId xmlns:a16="http://schemas.microsoft.com/office/drawing/2014/main" id="{64EF161E-A81F-B735-F74D-DB2BC8530DB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0880BE8-49B3-7C53-4D22-8DB83BC737C1}"/>
              </a:ext>
            </a:extLst>
          </p:cNvPr>
          <p:cNvSpPr>
            <a:spLocks noGrp="1"/>
          </p:cNvSpPr>
          <p:nvPr>
            <p:ph type="sldNum" sz="quarter" idx="12"/>
          </p:nvPr>
        </p:nvSpPr>
        <p:spPr/>
        <p:txBody>
          <a:bodyPr/>
          <a:lstStyle/>
          <a:p>
            <a:fld id="{E82E4326-4329-496D-A3DB-15E79C25C1EE}" type="slidenum">
              <a:rPr lang="en-US" smtClean="0"/>
              <a:t>‹#›</a:t>
            </a:fld>
            <a:endParaRPr lang="en-US"/>
          </a:p>
        </p:txBody>
      </p:sp>
    </p:spTree>
    <p:extLst>
      <p:ext uri="{BB962C8B-B14F-4D97-AF65-F5344CB8AC3E}">
        <p14:creationId xmlns:p14="http://schemas.microsoft.com/office/powerpoint/2010/main" val="40485288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over page + Client Logo+Relationship Logo">
    <p:spTree>
      <p:nvGrpSpPr>
        <p:cNvPr id="1" name=""/>
        <p:cNvGrpSpPr/>
        <p:nvPr/>
      </p:nvGrpSpPr>
      <p:grpSpPr>
        <a:xfrm>
          <a:off x="0" y="0"/>
          <a:ext cx="0" cy="0"/>
          <a:chOff x="0" y="0"/>
          <a:chExt cx="0" cy="0"/>
        </a:xfrm>
      </p:grpSpPr>
      <p:sp>
        <p:nvSpPr>
          <p:cNvPr id="13" name="Parallelogram 12">
            <a:extLst>
              <a:ext uri="{FF2B5EF4-FFF2-40B4-BE49-F238E27FC236}">
                <a16:creationId xmlns:a16="http://schemas.microsoft.com/office/drawing/2014/main" id="{4B018225-481B-4A95-924C-3B614E0060BB}"/>
              </a:ext>
            </a:extLst>
          </p:cNvPr>
          <p:cNvSpPr/>
          <p:nvPr userDrawn="1"/>
        </p:nvSpPr>
        <p:spPr>
          <a:xfrm>
            <a:off x="9989575" y="4655343"/>
            <a:ext cx="1883338" cy="1735625"/>
          </a:xfrm>
          <a:prstGeom prst="parallelogram">
            <a:avLst/>
          </a:prstGeom>
          <a:solidFill>
            <a:srgbClr val="A410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Picture Placeholder 21">
            <a:extLst>
              <a:ext uri="{FF2B5EF4-FFF2-40B4-BE49-F238E27FC236}">
                <a16:creationId xmlns:a16="http://schemas.microsoft.com/office/drawing/2014/main" id="{80C76747-9A63-40E6-BBCB-340DD5D5F815}"/>
              </a:ext>
            </a:extLst>
          </p:cNvPr>
          <p:cNvSpPr>
            <a:spLocks noGrp="1"/>
          </p:cNvSpPr>
          <p:nvPr>
            <p:ph type="pic" sz="quarter" idx="12"/>
          </p:nvPr>
        </p:nvSpPr>
        <p:spPr>
          <a:xfrm>
            <a:off x="4236721" y="0"/>
            <a:ext cx="7955279" cy="6858000"/>
          </a:xfrm>
          <a:prstGeom prst="parallelogram">
            <a:avLst/>
          </a:prstGeom>
        </p:spPr>
        <p:txBody>
          <a:bodyPr/>
          <a:lstStyle>
            <a:lvl1pPr algn="l">
              <a:defRPr/>
            </a:lvl1pPr>
          </a:lstStyle>
          <a:p>
            <a:r>
              <a:rPr lang="en-US"/>
              <a:t>Click icon to add picture</a:t>
            </a:r>
            <a:endParaRPr lang="en-US" dirty="0"/>
          </a:p>
        </p:txBody>
      </p:sp>
      <p:sp>
        <p:nvSpPr>
          <p:cNvPr id="8" name="Picture Placeholder 26">
            <a:extLst>
              <a:ext uri="{FF2B5EF4-FFF2-40B4-BE49-F238E27FC236}">
                <a16:creationId xmlns:a16="http://schemas.microsoft.com/office/drawing/2014/main" id="{54D2F146-2110-4D2B-8862-F37F1FA891D9}"/>
              </a:ext>
            </a:extLst>
          </p:cNvPr>
          <p:cNvSpPr>
            <a:spLocks noGrp="1"/>
          </p:cNvSpPr>
          <p:nvPr>
            <p:ph type="pic" sz="quarter" idx="17"/>
          </p:nvPr>
        </p:nvSpPr>
        <p:spPr>
          <a:xfrm>
            <a:off x="9478298" y="4144066"/>
            <a:ext cx="1966912" cy="1872226"/>
          </a:xfrm>
          <a:prstGeom prst="parallelogram">
            <a:avLst/>
          </a:prstGeom>
          <a:blipFill>
            <a:blip r:embed="rId2" cstate="screen">
              <a:extLst>
                <a:ext uri="{28A0092B-C50C-407E-A947-70E740481C1C}">
                  <a14:useLocalDpi xmlns:a14="http://schemas.microsoft.com/office/drawing/2010/main"/>
                </a:ext>
              </a:extLst>
            </a:blip>
            <a:stretch>
              <a:fillRect/>
            </a:stretch>
          </a:bli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a:defRPr lang="en-US" sz="1800" dirty="0"/>
            </a:lvl1pPr>
          </a:lstStyle>
          <a:p>
            <a:pPr marL="0" lvl="0" indent="0" algn="ctr" fontAlgn="auto">
              <a:spcBef>
                <a:spcPts val="0"/>
              </a:spcBef>
              <a:spcAft>
                <a:spcPts val="0"/>
              </a:spcAft>
              <a:buNone/>
            </a:pPr>
            <a:r>
              <a:rPr lang="en-US"/>
              <a:t>Click icon to add picture</a:t>
            </a:r>
            <a:endParaRPr lang="en-US" dirty="0"/>
          </a:p>
        </p:txBody>
      </p:sp>
      <p:sp>
        <p:nvSpPr>
          <p:cNvPr id="9" name="Picture Placeholder 41">
            <a:extLst>
              <a:ext uri="{FF2B5EF4-FFF2-40B4-BE49-F238E27FC236}">
                <a16:creationId xmlns:a16="http://schemas.microsoft.com/office/drawing/2014/main" id="{A503F355-8C7E-4015-905D-92C12C0CCEC3}"/>
              </a:ext>
            </a:extLst>
          </p:cNvPr>
          <p:cNvSpPr>
            <a:spLocks noGrp="1"/>
          </p:cNvSpPr>
          <p:nvPr>
            <p:ph type="pic" sz="quarter" idx="19"/>
          </p:nvPr>
        </p:nvSpPr>
        <p:spPr>
          <a:xfrm>
            <a:off x="0" y="1532762"/>
            <a:ext cx="8081818" cy="2970976"/>
          </a:xfrm>
          <a:custGeom>
            <a:avLst/>
            <a:gdLst>
              <a:gd name="connsiteX0" fmla="*/ 0 w 8081818"/>
              <a:gd name="connsiteY0" fmla="*/ 2970976 h 2970976"/>
              <a:gd name="connsiteX1" fmla="*/ 742744 w 8081818"/>
              <a:gd name="connsiteY1" fmla="*/ 0 h 2970976"/>
              <a:gd name="connsiteX2" fmla="*/ 8081818 w 8081818"/>
              <a:gd name="connsiteY2" fmla="*/ 0 h 2970976"/>
              <a:gd name="connsiteX3" fmla="*/ 7339074 w 8081818"/>
              <a:gd name="connsiteY3" fmla="*/ 2970976 h 2970976"/>
              <a:gd name="connsiteX4" fmla="*/ 0 w 8081818"/>
              <a:gd name="connsiteY4" fmla="*/ 2970976 h 2970976"/>
              <a:gd name="connsiteX0" fmla="*/ 0 w 8081818"/>
              <a:gd name="connsiteY0" fmla="*/ 2970976 h 2970976"/>
              <a:gd name="connsiteX1" fmla="*/ 872 w 8081818"/>
              <a:gd name="connsiteY1" fmla="*/ 25879 h 2970976"/>
              <a:gd name="connsiteX2" fmla="*/ 8081818 w 8081818"/>
              <a:gd name="connsiteY2" fmla="*/ 0 h 2970976"/>
              <a:gd name="connsiteX3" fmla="*/ 7339074 w 8081818"/>
              <a:gd name="connsiteY3" fmla="*/ 2970976 h 2970976"/>
              <a:gd name="connsiteX4" fmla="*/ 0 w 8081818"/>
              <a:gd name="connsiteY4" fmla="*/ 2970976 h 29709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81818" h="2970976">
                <a:moveTo>
                  <a:pt x="0" y="2970976"/>
                </a:moveTo>
                <a:cubicBezTo>
                  <a:pt x="291" y="1989277"/>
                  <a:pt x="581" y="1007578"/>
                  <a:pt x="872" y="25879"/>
                </a:cubicBezTo>
                <a:lnTo>
                  <a:pt x="8081818" y="0"/>
                </a:lnTo>
                <a:lnTo>
                  <a:pt x="7339074" y="2970976"/>
                </a:lnTo>
                <a:lnTo>
                  <a:pt x="0" y="2970976"/>
                </a:lnTo>
                <a:close/>
              </a:path>
            </a:pathLst>
          </a:custGeom>
          <a:solidFill>
            <a:srgbClr val="A41053"/>
          </a:solidFill>
        </p:spPr>
        <p:txBody>
          <a:bodyPr/>
          <a:lstStyle>
            <a:lvl1pPr>
              <a:defRPr>
                <a:solidFill>
                  <a:srgbClr val="A41053"/>
                </a:solidFill>
              </a:defRPr>
            </a:lvl1pPr>
          </a:lstStyle>
          <a:p>
            <a:r>
              <a:rPr lang="en-US"/>
              <a:t>Click icon to add picture</a:t>
            </a:r>
            <a:endParaRPr lang="en-US" dirty="0"/>
          </a:p>
        </p:txBody>
      </p:sp>
      <p:sp>
        <p:nvSpPr>
          <p:cNvPr id="11" name="Text Placeholder 16">
            <a:extLst>
              <a:ext uri="{FF2B5EF4-FFF2-40B4-BE49-F238E27FC236}">
                <a16:creationId xmlns:a16="http://schemas.microsoft.com/office/drawing/2014/main" id="{AFF201C3-D496-40D7-9B9F-4533EE9528C5}"/>
              </a:ext>
            </a:extLst>
          </p:cNvPr>
          <p:cNvSpPr>
            <a:spLocks noGrp="1"/>
          </p:cNvSpPr>
          <p:nvPr>
            <p:ph type="body" sz="quarter" idx="20" hasCustomPrompt="1"/>
          </p:nvPr>
        </p:nvSpPr>
        <p:spPr>
          <a:xfrm>
            <a:off x="115271" y="2225675"/>
            <a:ext cx="6807201" cy="914400"/>
          </a:xfrm>
        </p:spPr>
        <p:txBody>
          <a:bodyPr anchor="b">
            <a:normAutofit/>
          </a:bodyPr>
          <a:lstStyle>
            <a:lvl1pPr marL="0" indent="0">
              <a:buNone/>
              <a:defRPr sz="4800" b="0">
                <a:solidFill>
                  <a:schemeClr val="bg1"/>
                </a:solidFill>
                <a:latin typeface="Calibri Light" panose="020F0302020204030204" pitchFamily="34" charset="0"/>
              </a:defRPr>
            </a:lvl1pPr>
          </a:lstStyle>
          <a:p>
            <a:pPr lvl="0"/>
            <a:r>
              <a:rPr lang="en-US" dirty="0"/>
              <a:t>Text</a:t>
            </a:r>
          </a:p>
        </p:txBody>
      </p:sp>
      <p:sp>
        <p:nvSpPr>
          <p:cNvPr id="12" name="Text Placeholder 16">
            <a:extLst>
              <a:ext uri="{FF2B5EF4-FFF2-40B4-BE49-F238E27FC236}">
                <a16:creationId xmlns:a16="http://schemas.microsoft.com/office/drawing/2014/main" id="{734CF9CB-5EDA-4CEB-BB79-3CD1A22704B2}"/>
              </a:ext>
            </a:extLst>
          </p:cNvPr>
          <p:cNvSpPr>
            <a:spLocks noGrp="1"/>
          </p:cNvSpPr>
          <p:nvPr>
            <p:ph type="body" sz="quarter" idx="21" hasCustomPrompt="1"/>
          </p:nvPr>
        </p:nvSpPr>
        <p:spPr>
          <a:xfrm>
            <a:off x="115271" y="3353818"/>
            <a:ext cx="3168073" cy="406111"/>
          </a:xfrm>
        </p:spPr>
        <p:txBody>
          <a:bodyPr anchor="b">
            <a:normAutofit/>
          </a:bodyPr>
          <a:lstStyle>
            <a:lvl1pPr marL="0" indent="0">
              <a:buNone/>
              <a:defRPr sz="2000">
                <a:solidFill>
                  <a:schemeClr val="bg1"/>
                </a:solidFill>
                <a:latin typeface="+mn-lt"/>
              </a:defRPr>
            </a:lvl1pPr>
          </a:lstStyle>
          <a:p>
            <a:pPr lvl="0"/>
            <a:r>
              <a:rPr lang="en-US" dirty="0"/>
              <a:t>Date</a:t>
            </a:r>
          </a:p>
        </p:txBody>
      </p:sp>
      <p:cxnSp>
        <p:nvCxnSpPr>
          <p:cNvPr id="15" name="Straight Connector 14">
            <a:extLst>
              <a:ext uri="{FF2B5EF4-FFF2-40B4-BE49-F238E27FC236}">
                <a16:creationId xmlns:a16="http://schemas.microsoft.com/office/drawing/2014/main" id="{CF4990F5-20FF-4869-B8B2-590018C7E348}"/>
              </a:ext>
            </a:extLst>
          </p:cNvPr>
          <p:cNvCxnSpPr/>
          <p:nvPr userDrawn="1"/>
        </p:nvCxnSpPr>
        <p:spPr>
          <a:xfrm>
            <a:off x="2890345" y="198757"/>
            <a:ext cx="0" cy="1144588"/>
          </a:xfrm>
          <a:prstGeom prst="line">
            <a:avLst/>
          </a:prstGeom>
        </p:spPr>
        <p:style>
          <a:lnRef idx="1">
            <a:schemeClr val="accent1"/>
          </a:lnRef>
          <a:fillRef idx="0">
            <a:schemeClr val="accent1"/>
          </a:fillRef>
          <a:effectRef idx="0">
            <a:schemeClr val="accent1"/>
          </a:effectRef>
          <a:fontRef idx="minor">
            <a:schemeClr val="tx1"/>
          </a:fontRef>
        </p:style>
      </p:cxnSp>
      <p:sp>
        <p:nvSpPr>
          <p:cNvPr id="16" name="Picture Placeholder 52">
            <a:extLst>
              <a:ext uri="{FF2B5EF4-FFF2-40B4-BE49-F238E27FC236}">
                <a16:creationId xmlns:a16="http://schemas.microsoft.com/office/drawing/2014/main" id="{A11FBD97-5683-4CC6-A3C3-08A632C70372}"/>
              </a:ext>
            </a:extLst>
          </p:cNvPr>
          <p:cNvSpPr>
            <a:spLocks noGrp="1"/>
          </p:cNvSpPr>
          <p:nvPr>
            <p:ph type="pic" sz="quarter" idx="25" hasCustomPrompt="1"/>
          </p:nvPr>
        </p:nvSpPr>
        <p:spPr>
          <a:xfrm>
            <a:off x="2974019" y="198438"/>
            <a:ext cx="2628269" cy="1144587"/>
          </a:xfrm>
        </p:spPr>
        <p:txBody>
          <a:bodyPr wrap="none" lIns="0" tIns="0" rIns="0" bIns="0">
            <a:normAutofit/>
          </a:bodyPr>
          <a:lstStyle>
            <a:lvl1pPr marL="0" indent="0">
              <a:buNone/>
              <a:defRPr sz="1800"/>
            </a:lvl1pPr>
          </a:lstStyle>
          <a:p>
            <a:r>
              <a:rPr lang="en-US" dirty="0"/>
              <a:t> Client Logo</a:t>
            </a:r>
          </a:p>
        </p:txBody>
      </p:sp>
      <p:sp>
        <p:nvSpPr>
          <p:cNvPr id="17" name="Picture Placeholder 52">
            <a:extLst>
              <a:ext uri="{FF2B5EF4-FFF2-40B4-BE49-F238E27FC236}">
                <a16:creationId xmlns:a16="http://schemas.microsoft.com/office/drawing/2014/main" id="{14B441C5-140F-480B-9B81-6F305B47C22E}"/>
              </a:ext>
            </a:extLst>
          </p:cNvPr>
          <p:cNvSpPr>
            <a:spLocks noGrp="1"/>
          </p:cNvSpPr>
          <p:nvPr>
            <p:ph type="pic" sz="quarter" idx="26" hasCustomPrompt="1"/>
          </p:nvPr>
        </p:nvSpPr>
        <p:spPr>
          <a:xfrm>
            <a:off x="115271" y="4781650"/>
            <a:ext cx="4121450" cy="1445530"/>
          </a:xfrm>
        </p:spPr>
        <p:txBody>
          <a:bodyPr wrap="none" lIns="0" tIns="0" rIns="0" bIns="0">
            <a:normAutofit/>
          </a:bodyPr>
          <a:lstStyle>
            <a:lvl1pPr marL="0" indent="0">
              <a:buNone/>
              <a:defRPr sz="1800"/>
            </a:lvl1pPr>
          </a:lstStyle>
          <a:p>
            <a:r>
              <a:rPr lang="en-US" dirty="0"/>
              <a:t>Relationship Logo</a:t>
            </a:r>
          </a:p>
        </p:txBody>
      </p:sp>
      <p:pic>
        <p:nvPicPr>
          <p:cNvPr id="14" name="Picture 13" descr="A close up of a sign&#10;&#10;Description automatically generated">
            <a:extLst>
              <a:ext uri="{FF2B5EF4-FFF2-40B4-BE49-F238E27FC236}">
                <a16:creationId xmlns:a16="http://schemas.microsoft.com/office/drawing/2014/main" id="{E4B610A4-C8BD-41E1-84D9-0C05761EBAA5}"/>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15271" y="198438"/>
            <a:ext cx="2798494" cy="1129793"/>
          </a:xfrm>
          <a:prstGeom prst="rect">
            <a:avLst/>
          </a:prstGeom>
        </p:spPr>
      </p:pic>
    </p:spTree>
    <p:extLst>
      <p:ext uri="{BB962C8B-B14F-4D97-AF65-F5344CB8AC3E}">
        <p14:creationId xmlns:p14="http://schemas.microsoft.com/office/powerpoint/2010/main" val="278265349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Boiler Plate">
    <p:spTree>
      <p:nvGrpSpPr>
        <p:cNvPr id="1" name=""/>
        <p:cNvGrpSpPr/>
        <p:nvPr/>
      </p:nvGrpSpPr>
      <p:grpSpPr>
        <a:xfrm>
          <a:off x="0" y="0"/>
          <a:ext cx="0" cy="0"/>
          <a:chOff x="0" y="0"/>
          <a:chExt cx="0" cy="0"/>
        </a:xfrm>
      </p:grpSpPr>
      <p:pic>
        <p:nvPicPr>
          <p:cNvPr id="10" name="Picture 9" descr="A close up of a device&#10;&#10;Description automatically generated">
            <a:extLst>
              <a:ext uri="{FF2B5EF4-FFF2-40B4-BE49-F238E27FC236}">
                <a16:creationId xmlns:a16="http://schemas.microsoft.com/office/drawing/2014/main" id="{A4631228-6B5F-42C6-B3E8-9E1AF59331AB}"/>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359"/>
            <a:ext cx="12192000" cy="6845281"/>
          </a:xfrm>
          <a:prstGeom prst="rect">
            <a:avLst/>
          </a:prstGeom>
        </p:spPr>
      </p:pic>
      <p:pic>
        <p:nvPicPr>
          <p:cNvPr id="15" name="Picture 14" descr="A close up of a sign&#10;&#10;Description automatically generated">
            <a:extLst>
              <a:ext uri="{FF2B5EF4-FFF2-40B4-BE49-F238E27FC236}">
                <a16:creationId xmlns:a16="http://schemas.microsoft.com/office/drawing/2014/main" id="{C3FE614F-B2D0-41F6-9E7C-641B27BCEAC7}"/>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451510" y="217436"/>
            <a:ext cx="2644317" cy="1067549"/>
          </a:xfrm>
          <a:prstGeom prst="rect">
            <a:avLst/>
          </a:prstGeom>
        </p:spPr>
      </p:pic>
      <p:sp>
        <p:nvSpPr>
          <p:cNvPr id="14" name="TextBox 13">
            <a:extLst>
              <a:ext uri="{FF2B5EF4-FFF2-40B4-BE49-F238E27FC236}">
                <a16:creationId xmlns:a16="http://schemas.microsoft.com/office/drawing/2014/main" id="{FA17CC7D-5CE6-4F0B-BBBE-409F8B601BB2}"/>
              </a:ext>
            </a:extLst>
          </p:cNvPr>
          <p:cNvSpPr txBox="1"/>
          <p:nvPr userDrawn="1"/>
        </p:nvSpPr>
        <p:spPr>
          <a:xfrm>
            <a:off x="4451510" y="1581115"/>
            <a:ext cx="3924521" cy="523220"/>
          </a:xfrm>
          <a:prstGeom prst="rect">
            <a:avLst/>
          </a:prstGeom>
          <a:noFill/>
          <a:effectLst/>
        </p:spPr>
        <p:txBody>
          <a:bodyPr wrap="square" rtlCol="0">
            <a:spAutoFit/>
          </a:bodyPr>
          <a:lstStyle/>
          <a:p>
            <a:r>
              <a:rPr lang="en-US" sz="2800" b="0" dirty="0">
                <a:solidFill>
                  <a:srgbClr val="BC1A6F"/>
                </a:solidFill>
                <a:effectLst/>
                <a:latin typeface="+mn-lt"/>
              </a:rPr>
              <a:t>THANK YOU</a:t>
            </a:r>
          </a:p>
        </p:txBody>
      </p:sp>
      <p:sp>
        <p:nvSpPr>
          <p:cNvPr id="6" name="TextBox 5">
            <a:extLst>
              <a:ext uri="{FF2B5EF4-FFF2-40B4-BE49-F238E27FC236}">
                <a16:creationId xmlns:a16="http://schemas.microsoft.com/office/drawing/2014/main" id="{607B08AF-0FA4-4300-8A48-0FFBA75C15B2}"/>
              </a:ext>
            </a:extLst>
          </p:cNvPr>
          <p:cNvSpPr txBox="1"/>
          <p:nvPr userDrawn="1"/>
        </p:nvSpPr>
        <p:spPr>
          <a:xfrm>
            <a:off x="4451510" y="4145910"/>
            <a:ext cx="7336314" cy="1292662"/>
          </a:xfrm>
          <a:prstGeom prst="rect">
            <a:avLst/>
          </a:prstGeom>
          <a:noFill/>
        </p:spPr>
        <p:txBody>
          <a:bodyPr wrap="square" rtlCol="0">
            <a:spAutoFit/>
          </a:bodyPr>
          <a:lstStyle/>
          <a:p>
            <a:pPr marL="0" marR="0" indent="0" algn="just" defTabSz="1218529" rtl="0" eaLnBrk="1" fontAlgn="base" latinLnBrk="0" hangingPunct="1">
              <a:lnSpc>
                <a:spcPct val="100000"/>
              </a:lnSpc>
              <a:spcBef>
                <a:spcPct val="20000"/>
              </a:spcBef>
              <a:spcAft>
                <a:spcPct val="0"/>
              </a:spcAft>
              <a:buClrTx/>
              <a:buSzTx/>
              <a:buFont typeface="Arial" charset="0"/>
              <a:buNone/>
              <a:tabLst/>
              <a:defRPr/>
            </a:pPr>
            <a:r>
              <a:rPr lang="en-US" sz="1400" b="1" kern="1200" dirty="0">
                <a:solidFill>
                  <a:schemeClr val="tx1"/>
                </a:solidFill>
                <a:latin typeface="Calibri" panose="020F0502020204030204" pitchFamily="34" charset="0"/>
                <a:ea typeface="+mn-ea"/>
                <a:cs typeface="Calibri" panose="020F0502020204030204" pitchFamily="34" charset="0"/>
              </a:rPr>
              <a:t>Important Confidentiality Notice</a:t>
            </a:r>
          </a:p>
          <a:p>
            <a:pPr algn="just" eaLnBrk="1" hangingPunct="1">
              <a:spcBef>
                <a:spcPct val="20000"/>
              </a:spcBef>
              <a:buFont typeface="Arial" charset="0"/>
              <a:buNone/>
              <a:defRPr/>
            </a:pPr>
            <a:r>
              <a:rPr lang="en-US" sz="1000" dirty="0">
                <a:solidFill>
                  <a:schemeClr val="tx1"/>
                </a:solidFill>
                <a:latin typeface="Calibri" panose="020F0502020204030204" pitchFamily="34" charset="0"/>
                <a:ea typeface="ヒラギノ角ゴ Pro W3" charset="0"/>
                <a:cs typeface="Calibri" panose="020F0502020204030204" pitchFamily="34" charset="0"/>
              </a:rPr>
              <a:t>This document is the property of, and is proprietary to Mphasis, and identified as “Confidential”. Those parties to whom it is distributed shall exercise the same degree of custody and care afforded their own such information. It is not to be disclosed, in whole or in part to any third parties, without the express written authorization of Mphasis. It is not to be duplicated or used, in whole or in part, for any purpose other than the evaluation of, and response to, Mphasis’ proposal or bid, or the performance and execution of a contract awarded to Mphasis. This document will be returned to Mphasis upon request.</a:t>
            </a:r>
          </a:p>
          <a:p>
            <a:pPr algn="just"/>
            <a:endParaRPr lang="en-US" sz="1200" dirty="0">
              <a:solidFill>
                <a:schemeClr val="tx1"/>
              </a:solidFill>
            </a:endParaRPr>
          </a:p>
        </p:txBody>
      </p:sp>
    </p:spTree>
    <p:extLst>
      <p:ext uri="{BB962C8B-B14F-4D97-AF65-F5344CB8AC3E}">
        <p14:creationId xmlns:p14="http://schemas.microsoft.com/office/powerpoint/2010/main" val="40670253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85A9AB8-6938-1EDD-55AB-BE716A6CEA4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05C26D1-15E5-B4BE-BF41-189CA9F803A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FC23018-C7E9-DBE8-5702-48818462073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022D9D4-B78E-4BC8-9B8B-F1BB132768FC}" type="datetimeFigureOut">
              <a:rPr lang="en-US" smtClean="0"/>
              <a:t>1/31/2024</a:t>
            </a:fld>
            <a:endParaRPr lang="en-US"/>
          </a:p>
        </p:txBody>
      </p:sp>
      <p:sp>
        <p:nvSpPr>
          <p:cNvPr id="5" name="Footer Placeholder 4">
            <a:extLst>
              <a:ext uri="{FF2B5EF4-FFF2-40B4-BE49-F238E27FC236}">
                <a16:creationId xmlns:a16="http://schemas.microsoft.com/office/drawing/2014/main" id="{F08C72A8-E64E-90EC-1341-1E2979D4CDE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2F49863-1A4A-7905-EDE2-81A57423196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82E4326-4329-496D-A3DB-15E79C25C1EE}" type="slidenum">
              <a:rPr lang="en-US" smtClean="0"/>
              <a:t>‹#›</a:t>
            </a:fld>
            <a:endParaRPr lang="en-US"/>
          </a:p>
        </p:txBody>
      </p:sp>
    </p:spTree>
    <p:extLst>
      <p:ext uri="{BB962C8B-B14F-4D97-AF65-F5344CB8AC3E}">
        <p14:creationId xmlns:p14="http://schemas.microsoft.com/office/powerpoint/2010/main" val="39836686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12.xml"/><Relationship Id="rId5" Type="http://schemas.openxmlformats.org/officeDocument/2006/relationships/image" Target="../media/image7.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fedexservices.splunkcloud.com/en-US/app/fedex_app_gss_909263/search" TargetMode="External"/><Relationship Id="rId2" Type="http://schemas.openxmlformats.org/officeDocument/2006/relationships/hyperlink" Target="https://fedexservices.splunkcloud.com/en-US/app/launcher/home"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www.mphasis.com/home/our-approach.html" TargetMode="External"/><Relationship Id="rId2" Type="http://schemas.openxmlformats.org/officeDocument/2006/relationships/hyperlink" Target="http://www.mphasis.com/" TargetMode="Externa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Placeholder 19" descr="A picture containing table, monitor, phone, star&#10;&#10;Description automatically generated">
            <a:extLst>
              <a:ext uri="{FF2B5EF4-FFF2-40B4-BE49-F238E27FC236}">
                <a16:creationId xmlns:a16="http://schemas.microsoft.com/office/drawing/2014/main" id="{0F98BA33-ABA8-4EA2-BAE3-83A7C5E36FD8}"/>
              </a:ext>
            </a:extLst>
          </p:cNvPr>
          <p:cNvPicPr>
            <a:picLocks noChangeAspect="1"/>
          </p:cNvPicPr>
          <p:nvPr/>
        </p:nvPicPr>
        <p:blipFill>
          <a:blip r:embed="rId2" cstate="screen">
            <a:extLst>
              <a:ext uri="{28A0092B-C50C-407E-A947-70E740481C1C}">
                <a14:useLocalDpi xmlns:a14="http://schemas.microsoft.com/office/drawing/2010/main"/>
              </a:ext>
            </a:extLst>
          </a:blip>
          <a:srcRect/>
          <a:stretch>
            <a:fillRect/>
          </a:stretch>
        </p:blipFill>
        <p:spPr>
          <a:xfrm>
            <a:off x="4238289" y="0"/>
            <a:ext cx="7955279" cy="6858000"/>
          </a:xfrm>
          <a:prstGeom prst="parallelogram">
            <a:avLst/>
          </a:prstGeom>
        </p:spPr>
      </p:pic>
      <p:sp>
        <p:nvSpPr>
          <p:cNvPr id="10" name="Rectangle 10">
            <a:extLst>
              <a:ext uri="{FF2B5EF4-FFF2-40B4-BE49-F238E27FC236}">
                <a16:creationId xmlns:a16="http://schemas.microsoft.com/office/drawing/2014/main" id="{527C4559-C5F9-4797-9721-9662FA93765A}"/>
              </a:ext>
            </a:extLst>
          </p:cNvPr>
          <p:cNvSpPr/>
          <p:nvPr/>
        </p:nvSpPr>
        <p:spPr>
          <a:xfrm>
            <a:off x="0" y="1405534"/>
            <a:ext cx="8087557" cy="2970976"/>
          </a:xfrm>
          <a:custGeom>
            <a:avLst/>
            <a:gdLst>
              <a:gd name="connsiteX0" fmla="*/ 0 w 7315200"/>
              <a:gd name="connsiteY0" fmla="*/ 0 h 2970976"/>
              <a:gd name="connsiteX1" fmla="*/ 7315200 w 7315200"/>
              <a:gd name="connsiteY1" fmla="*/ 0 h 2970976"/>
              <a:gd name="connsiteX2" fmla="*/ 7315200 w 7315200"/>
              <a:gd name="connsiteY2" fmla="*/ 2970976 h 2970976"/>
              <a:gd name="connsiteX3" fmla="*/ 0 w 7315200"/>
              <a:gd name="connsiteY3" fmla="*/ 2970976 h 2970976"/>
              <a:gd name="connsiteX4" fmla="*/ 0 w 7315200"/>
              <a:gd name="connsiteY4" fmla="*/ 0 h 2970976"/>
              <a:gd name="connsiteX0" fmla="*/ 0 w 8087557"/>
              <a:gd name="connsiteY0" fmla="*/ 0 h 2970976"/>
              <a:gd name="connsiteX1" fmla="*/ 8087557 w 8087557"/>
              <a:gd name="connsiteY1" fmla="*/ 0 h 2970976"/>
              <a:gd name="connsiteX2" fmla="*/ 7315200 w 8087557"/>
              <a:gd name="connsiteY2" fmla="*/ 2970976 h 2970976"/>
              <a:gd name="connsiteX3" fmla="*/ 0 w 8087557"/>
              <a:gd name="connsiteY3" fmla="*/ 2970976 h 2970976"/>
              <a:gd name="connsiteX4" fmla="*/ 0 w 8087557"/>
              <a:gd name="connsiteY4" fmla="*/ 0 h 29709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87557" h="2970976">
                <a:moveTo>
                  <a:pt x="0" y="0"/>
                </a:moveTo>
                <a:lnTo>
                  <a:pt x="8087557" y="0"/>
                </a:lnTo>
                <a:lnTo>
                  <a:pt x="7315200" y="2970976"/>
                </a:lnTo>
                <a:lnTo>
                  <a:pt x="0" y="2970976"/>
                </a:lnTo>
                <a:lnTo>
                  <a:pt x="0" y="0"/>
                </a:lnTo>
                <a:close/>
              </a:path>
            </a:pathLst>
          </a:custGeom>
          <a:solidFill>
            <a:srgbClr val="A41053">
              <a:alpha val="9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13" name="Text Placeholder 12">
            <a:extLst>
              <a:ext uri="{FF2B5EF4-FFF2-40B4-BE49-F238E27FC236}">
                <a16:creationId xmlns:a16="http://schemas.microsoft.com/office/drawing/2014/main" id="{80F47138-B27D-4D95-AF07-6B2AE808B111}"/>
              </a:ext>
            </a:extLst>
          </p:cNvPr>
          <p:cNvSpPr>
            <a:spLocks noGrp="1"/>
          </p:cNvSpPr>
          <p:nvPr>
            <p:ph type="body" sz="quarter" idx="20"/>
          </p:nvPr>
        </p:nvSpPr>
        <p:spPr/>
        <p:txBody>
          <a:bodyPr>
            <a:normAutofit fontScale="85000" lnSpcReduction="10000"/>
          </a:bodyPr>
          <a:lstStyle/>
          <a:p>
            <a:r>
              <a:rPr lang="en-US" dirty="0"/>
              <a:t>Splunk Training Session - HSCC</a:t>
            </a:r>
            <a:endParaRPr lang="en-US" sz="3200" dirty="0"/>
          </a:p>
        </p:txBody>
      </p:sp>
      <p:pic>
        <p:nvPicPr>
          <p:cNvPr id="17" name="Picture Placeholder 23" descr="A picture containing table, monitor, phone, star&#10;&#10;Description automatically generated">
            <a:extLst>
              <a:ext uri="{FF2B5EF4-FFF2-40B4-BE49-F238E27FC236}">
                <a16:creationId xmlns:a16="http://schemas.microsoft.com/office/drawing/2014/main" id="{85686B02-2082-450F-B52F-827757B613DC}"/>
              </a:ext>
            </a:extLst>
          </p:cNvPr>
          <p:cNvPicPr>
            <a:picLocks noChangeAspect="1"/>
          </p:cNvPicPr>
          <p:nvPr/>
        </p:nvPicPr>
        <p:blipFill>
          <a:blip r:embed="rId3" cstate="screen">
            <a:extLst>
              <a:ext uri="{28A0092B-C50C-407E-A947-70E740481C1C}">
                <a14:useLocalDpi xmlns:a14="http://schemas.microsoft.com/office/drawing/2010/main"/>
              </a:ext>
            </a:extLst>
          </a:blip>
          <a:srcRect l="101" r="101"/>
          <a:stretch>
            <a:fillRect/>
          </a:stretch>
        </p:blipFill>
        <p:spPr>
          <a:xfrm>
            <a:off x="9478298" y="4144066"/>
            <a:ext cx="1966912" cy="1872226"/>
          </a:xfrm>
          <a:prstGeom prst="parallelogram">
            <a:avLst/>
          </a:prstGeom>
          <a:blipFill>
            <a:blip r:embed="rId4" cstate="screen">
              <a:extLst>
                <a:ext uri="{28A0092B-C50C-407E-A947-70E740481C1C}">
                  <a14:useLocalDpi xmlns:a14="http://schemas.microsoft.com/office/drawing/2010/main"/>
                </a:ext>
              </a:extLst>
            </a:blip>
            <a:stretch>
              <a:fillRect/>
            </a:stretch>
          </a:blipFill>
          <a:ln w="12700" cap="flat" cmpd="sng" algn="ctr">
            <a:noFill/>
            <a:prstDash val="solid"/>
            <a:miter lim="800000"/>
          </a:ln>
          <a:effectLst>
            <a:outerShdw blurRad="50800" dist="38100" dir="2700000" algn="tl" rotWithShape="0">
              <a:prstClr val="black">
                <a:alpha val="40000"/>
              </a:prstClr>
            </a:outerShdw>
          </a:effectLst>
        </p:spPr>
      </p:pic>
      <p:pic>
        <p:nvPicPr>
          <p:cNvPr id="2" name="Picture 1">
            <a:extLst>
              <a:ext uri="{FF2B5EF4-FFF2-40B4-BE49-F238E27FC236}">
                <a16:creationId xmlns:a16="http://schemas.microsoft.com/office/drawing/2014/main" id="{054723DB-AB89-4402-8E14-0DCEAF24654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089418" y="209252"/>
            <a:ext cx="2297742" cy="1126563"/>
          </a:xfrm>
          <a:prstGeom prst="rect">
            <a:avLst/>
          </a:prstGeom>
          <a:solidFill>
            <a:srgbClr val="9900CC"/>
          </a:solidFill>
        </p:spPr>
      </p:pic>
    </p:spTree>
    <p:extLst>
      <p:ext uri="{BB962C8B-B14F-4D97-AF65-F5344CB8AC3E}">
        <p14:creationId xmlns:p14="http://schemas.microsoft.com/office/powerpoint/2010/main" val="16369721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4030A6-25D8-31C8-3EFB-DC69B1279C15}"/>
              </a:ext>
            </a:extLst>
          </p:cNvPr>
          <p:cNvSpPr>
            <a:spLocks noGrp="1"/>
          </p:cNvSpPr>
          <p:nvPr>
            <p:ph type="title"/>
          </p:nvPr>
        </p:nvSpPr>
        <p:spPr/>
        <p:txBody>
          <a:bodyPr/>
          <a:lstStyle/>
          <a:p>
            <a:r>
              <a:rPr lang="en-US" b="1" dirty="0"/>
              <a:t>Introduction</a:t>
            </a:r>
          </a:p>
        </p:txBody>
      </p:sp>
      <p:sp>
        <p:nvSpPr>
          <p:cNvPr id="3" name="Content Placeholder 2">
            <a:extLst>
              <a:ext uri="{FF2B5EF4-FFF2-40B4-BE49-F238E27FC236}">
                <a16:creationId xmlns:a16="http://schemas.microsoft.com/office/drawing/2014/main" id="{0535B875-B9A0-C4DA-9317-C730F8310074}"/>
              </a:ext>
            </a:extLst>
          </p:cNvPr>
          <p:cNvSpPr>
            <a:spLocks noGrp="1"/>
          </p:cNvSpPr>
          <p:nvPr>
            <p:ph idx="1"/>
          </p:nvPr>
        </p:nvSpPr>
        <p:spPr>
          <a:xfrm>
            <a:off x="613703" y="1722681"/>
            <a:ext cx="10964594" cy="4770194"/>
          </a:xfr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accent1"/>
            </a:solidFill>
          </a:ln>
          <a:effectLst/>
        </p:spPr>
        <p:txBody>
          <a:bodyPr>
            <a:normAutofit/>
          </a:bodyPr>
          <a:lstStyle/>
          <a:p>
            <a:pPr algn="l"/>
            <a:r>
              <a:rPr lang="en-US" sz="2400" b="1" i="0" dirty="0">
                <a:solidFill>
                  <a:srgbClr val="000000"/>
                </a:solidFill>
                <a:effectLst/>
                <a:latin typeface="inherit"/>
              </a:rPr>
              <a:t>Splunk</a:t>
            </a:r>
            <a:r>
              <a:rPr lang="en-US" sz="2400" i="0" dirty="0">
                <a:solidFill>
                  <a:srgbClr val="000000"/>
                </a:solidFill>
                <a:effectLst/>
                <a:latin typeface="inherit"/>
              </a:rPr>
              <a:t> is a software used to search and analyze machine data. </a:t>
            </a:r>
          </a:p>
          <a:p>
            <a:pPr algn="l"/>
            <a:r>
              <a:rPr lang="en-US" sz="2400" i="0" dirty="0">
                <a:solidFill>
                  <a:srgbClr val="000000"/>
                </a:solidFill>
                <a:effectLst/>
                <a:latin typeface="inherit"/>
              </a:rPr>
              <a:t>This machine data can come from web applications, sensors, devices or any data created by user. </a:t>
            </a:r>
          </a:p>
          <a:p>
            <a:pPr algn="l"/>
            <a:r>
              <a:rPr lang="en-US" sz="2400" i="0" dirty="0">
                <a:solidFill>
                  <a:srgbClr val="000000"/>
                </a:solidFill>
                <a:effectLst/>
                <a:latin typeface="inherit"/>
              </a:rPr>
              <a:t>It serves the needs of IT infrastructure by analyzing the logs generated in various processes but it can also analyze any structured or semi-structured data with proper data modelling. </a:t>
            </a:r>
          </a:p>
          <a:p>
            <a:pPr algn="l"/>
            <a:r>
              <a:rPr lang="en-US" sz="2400" i="0" dirty="0">
                <a:solidFill>
                  <a:srgbClr val="000000"/>
                </a:solidFill>
                <a:effectLst/>
                <a:latin typeface="inherit"/>
              </a:rPr>
              <a:t>It has built-in features to recognize the data types, field separators and optimize the search processes. </a:t>
            </a:r>
          </a:p>
          <a:p>
            <a:pPr algn="l"/>
            <a:r>
              <a:rPr lang="en-US" sz="2400" i="0" dirty="0">
                <a:solidFill>
                  <a:srgbClr val="000000"/>
                </a:solidFill>
                <a:effectLst/>
                <a:latin typeface="inherit"/>
              </a:rPr>
              <a:t>It also provides data visualization on the search results.</a:t>
            </a:r>
            <a:endParaRPr lang="en-US" sz="2400" dirty="0"/>
          </a:p>
        </p:txBody>
      </p:sp>
    </p:spTree>
    <p:extLst>
      <p:ext uri="{BB962C8B-B14F-4D97-AF65-F5344CB8AC3E}">
        <p14:creationId xmlns:p14="http://schemas.microsoft.com/office/powerpoint/2010/main" val="21006918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CFA3CB-6818-2D68-9122-55B4C6FEC8C4}"/>
              </a:ext>
            </a:extLst>
          </p:cNvPr>
          <p:cNvSpPr>
            <a:spLocks noGrp="1"/>
          </p:cNvSpPr>
          <p:nvPr>
            <p:ph type="title"/>
          </p:nvPr>
        </p:nvSpPr>
        <p:spPr/>
        <p:txBody>
          <a:bodyPr/>
          <a:lstStyle/>
          <a:p>
            <a:pPr algn="l"/>
            <a:r>
              <a:rPr lang="en-US" b="0" i="0" dirty="0">
                <a:solidFill>
                  <a:srgbClr val="000000"/>
                </a:solidFill>
                <a:effectLst/>
                <a:latin typeface="var(--ff-lato)"/>
              </a:rPr>
              <a:t>Splunk Features</a:t>
            </a:r>
          </a:p>
        </p:txBody>
      </p:sp>
      <p:sp>
        <p:nvSpPr>
          <p:cNvPr id="3" name="Content Placeholder 2">
            <a:extLst>
              <a:ext uri="{FF2B5EF4-FFF2-40B4-BE49-F238E27FC236}">
                <a16:creationId xmlns:a16="http://schemas.microsoft.com/office/drawing/2014/main" id="{2EEDC529-A4BA-5723-ECAD-3F02EBDD76F8}"/>
              </a:ext>
            </a:extLst>
          </p:cNvPr>
          <p:cNvSpPr>
            <a:spLocks noGrp="1"/>
          </p:cNvSpPr>
          <p:nvPr>
            <p:ph idx="1"/>
          </p:nvPr>
        </p:nvSpPr>
        <p:sp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a:normAutofit/>
          </a:bodyPr>
          <a:lstStyle/>
          <a:p>
            <a:pPr algn="l"/>
            <a:r>
              <a:rPr lang="en-US" sz="2400" b="0" i="0" dirty="0">
                <a:effectLst/>
                <a:latin typeface="inherit"/>
              </a:rPr>
              <a:t>Data Ingestion - </a:t>
            </a:r>
            <a:r>
              <a:rPr lang="en-US" sz="2400" b="0" i="0" dirty="0">
                <a:solidFill>
                  <a:srgbClr val="000000"/>
                </a:solidFill>
                <a:effectLst/>
                <a:latin typeface="inherit"/>
              </a:rPr>
              <a:t>JSON, XML, unstructured machine data like web and application logs</a:t>
            </a:r>
            <a:endParaRPr lang="en-US" sz="2400" b="0" i="0" dirty="0">
              <a:effectLst/>
              <a:latin typeface="inherit"/>
            </a:endParaRPr>
          </a:p>
          <a:p>
            <a:r>
              <a:rPr lang="en-US" sz="2400" b="0" i="0" dirty="0">
                <a:effectLst/>
                <a:latin typeface="inherit"/>
              </a:rPr>
              <a:t>Data Indexing – fast search and query</a:t>
            </a:r>
          </a:p>
          <a:p>
            <a:r>
              <a:rPr lang="en-US" sz="2400" b="0" i="0" dirty="0">
                <a:effectLst/>
                <a:latin typeface="inherit"/>
              </a:rPr>
              <a:t>Data Searching – features, patterns, trends</a:t>
            </a:r>
          </a:p>
          <a:p>
            <a:r>
              <a:rPr lang="en-US" sz="2400" b="0" i="0" dirty="0">
                <a:effectLst/>
                <a:latin typeface="inherit"/>
              </a:rPr>
              <a:t>Alerts – Mail, RSS feed</a:t>
            </a:r>
          </a:p>
          <a:p>
            <a:r>
              <a:rPr lang="en-US" sz="2400" b="0" i="0" dirty="0">
                <a:effectLst/>
                <a:latin typeface="inherit"/>
              </a:rPr>
              <a:t>Dashboards – Charts, Reports and Pivot</a:t>
            </a:r>
          </a:p>
          <a:p>
            <a:r>
              <a:rPr lang="en-US" sz="2400" b="0" i="0" dirty="0">
                <a:effectLst/>
                <a:latin typeface="inherit"/>
              </a:rPr>
              <a:t>Data Model – Saved data sets</a:t>
            </a:r>
          </a:p>
          <a:p>
            <a:endParaRPr lang="en-US" sz="2400" dirty="0"/>
          </a:p>
        </p:txBody>
      </p:sp>
    </p:spTree>
    <p:extLst>
      <p:ext uri="{BB962C8B-B14F-4D97-AF65-F5344CB8AC3E}">
        <p14:creationId xmlns:p14="http://schemas.microsoft.com/office/powerpoint/2010/main" val="40652276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96452E-1693-7C24-37B1-9372AABB5F4A}"/>
              </a:ext>
            </a:extLst>
          </p:cNvPr>
          <p:cNvSpPr>
            <a:spLocks noGrp="1"/>
          </p:cNvSpPr>
          <p:nvPr>
            <p:ph type="title"/>
          </p:nvPr>
        </p:nvSpPr>
        <p:spPr/>
        <p:txBody>
          <a:bodyPr/>
          <a:lstStyle/>
          <a:p>
            <a:r>
              <a:rPr lang="en-US" b="0" i="0" dirty="0">
                <a:solidFill>
                  <a:srgbClr val="000000"/>
                </a:solidFill>
                <a:effectLst/>
                <a:latin typeface="var(--ff-lato)"/>
              </a:rPr>
              <a:t>Search and Reporting</a:t>
            </a:r>
            <a:br>
              <a:rPr lang="en-US" b="0" i="0" dirty="0">
                <a:solidFill>
                  <a:srgbClr val="000000"/>
                </a:solidFill>
                <a:effectLst/>
                <a:latin typeface="var(--ff-lato)"/>
              </a:rPr>
            </a:br>
            <a:endParaRPr lang="en-US" dirty="0"/>
          </a:p>
        </p:txBody>
      </p:sp>
      <p:pic>
        <p:nvPicPr>
          <p:cNvPr id="5" name="Content Placeholder 4">
            <a:extLst>
              <a:ext uri="{FF2B5EF4-FFF2-40B4-BE49-F238E27FC236}">
                <a16:creationId xmlns:a16="http://schemas.microsoft.com/office/drawing/2014/main" id="{E2FD781F-1E16-128C-1CDE-B3F9EEDA5E9E}"/>
              </a:ext>
            </a:extLst>
          </p:cNvPr>
          <p:cNvPicPr>
            <a:picLocks noGrp="1" noChangeAspect="1"/>
          </p:cNvPicPr>
          <p:nvPr>
            <p:ph idx="1"/>
          </p:nvPr>
        </p:nvPicPr>
        <p:blipFill>
          <a:blip r:embed="rId2"/>
          <a:stretch>
            <a:fillRect/>
          </a:stretch>
        </p:blipFill>
        <p:spPr>
          <a:xfrm>
            <a:off x="520505" y="1406769"/>
            <a:ext cx="11282289" cy="5086106"/>
          </a:xfr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pic>
    </p:spTree>
    <p:extLst>
      <p:ext uri="{BB962C8B-B14F-4D97-AF65-F5344CB8AC3E}">
        <p14:creationId xmlns:p14="http://schemas.microsoft.com/office/powerpoint/2010/main" val="20039872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C17A8-5725-85F7-E32A-3A02E6A89C3D}"/>
              </a:ext>
            </a:extLst>
          </p:cNvPr>
          <p:cNvSpPr>
            <a:spLocks noGrp="1"/>
          </p:cNvSpPr>
          <p:nvPr>
            <p:ph type="title"/>
          </p:nvPr>
        </p:nvSpPr>
        <p:spPr/>
        <p:txBody>
          <a:bodyPr/>
          <a:lstStyle/>
          <a:p>
            <a:r>
              <a:rPr lang="en-US" sz="4400" dirty="0"/>
              <a:t>Basic searching</a:t>
            </a:r>
            <a:endParaRPr lang="en-US" b="1" dirty="0"/>
          </a:p>
        </p:txBody>
      </p:sp>
      <p:sp>
        <p:nvSpPr>
          <p:cNvPr id="6" name="Content Placeholder 5">
            <a:extLst>
              <a:ext uri="{FF2B5EF4-FFF2-40B4-BE49-F238E27FC236}">
                <a16:creationId xmlns:a16="http://schemas.microsoft.com/office/drawing/2014/main" id="{4391101E-CCDF-DBCE-012C-6C298AEED3AD}"/>
              </a:ext>
            </a:extLst>
          </p:cNvPr>
          <p:cNvSpPr>
            <a:spLocks noGrp="1"/>
          </p:cNvSpPr>
          <p:nvPr>
            <p:ph sz="half" idx="2"/>
          </p:nvPr>
        </p:nvSpPr>
        <p:spPr>
          <a:xfrm>
            <a:off x="998806" y="1934992"/>
            <a:ext cx="10354994" cy="4351338"/>
          </a:xfr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a:normAutofit/>
          </a:bodyPr>
          <a:lstStyle/>
          <a:p>
            <a:r>
              <a:rPr lang="en-US" sz="2400" dirty="0"/>
              <a:t>Keywords</a:t>
            </a:r>
          </a:p>
          <a:p>
            <a:r>
              <a:rPr lang="en-US" sz="2400" dirty="0"/>
              <a:t>Phrases -&gt; " "</a:t>
            </a:r>
          </a:p>
          <a:p>
            <a:r>
              <a:rPr lang="en-US" sz="2400" dirty="0"/>
              <a:t>Field -&gt; Key=value pair</a:t>
            </a:r>
          </a:p>
          <a:p>
            <a:r>
              <a:rPr lang="en-US" sz="2400" dirty="0"/>
              <a:t>Wild card -&gt; *</a:t>
            </a:r>
          </a:p>
          <a:p>
            <a:r>
              <a:rPr lang="en-US" sz="2400" dirty="0"/>
              <a:t>Boolean -&gt; AND, OR, NOT</a:t>
            </a:r>
          </a:p>
          <a:p>
            <a:r>
              <a:rPr lang="en-US" sz="2400" dirty="0"/>
              <a:t>| -&gt; pipe the streaming</a:t>
            </a:r>
          </a:p>
          <a:p>
            <a:r>
              <a:rPr lang="en-US" sz="2400" dirty="0"/>
              <a:t>Splunk keywords -&gt;  _time</a:t>
            </a:r>
          </a:p>
        </p:txBody>
      </p:sp>
    </p:spTree>
    <p:extLst>
      <p:ext uri="{BB962C8B-B14F-4D97-AF65-F5344CB8AC3E}">
        <p14:creationId xmlns:p14="http://schemas.microsoft.com/office/powerpoint/2010/main" val="5045079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573C93-1610-A366-065C-1D511C8C80C3}"/>
              </a:ext>
            </a:extLst>
          </p:cNvPr>
          <p:cNvSpPr>
            <a:spLocks noGrp="1"/>
          </p:cNvSpPr>
          <p:nvPr>
            <p:ph type="title"/>
          </p:nvPr>
        </p:nvSpPr>
        <p:spPr/>
        <p:txBody>
          <a:bodyPr/>
          <a:lstStyle/>
          <a:p>
            <a:r>
              <a:rPr lang="en-US" dirty="0"/>
              <a:t>Splunk </a:t>
            </a:r>
            <a:r>
              <a:rPr lang="en-US" sz="4400" dirty="0"/>
              <a:t>Commands</a:t>
            </a:r>
            <a:endParaRPr lang="en-US" dirty="0"/>
          </a:p>
        </p:txBody>
      </p:sp>
      <p:sp>
        <p:nvSpPr>
          <p:cNvPr id="3" name="Content Placeholder 2">
            <a:extLst>
              <a:ext uri="{FF2B5EF4-FFF2-40B4-BE49-F238E27FC236}">
                <a16:creationId xmlns:a16="http://schemas.microsoft.com/office/drawing/2014/main" id="{4B1281EE-FA08-4DC9-9241-FE334534874F}"/>
              </a:ext>
            </a:extLst>
          </p:cNvPr>
          <p:cNvSpPr>
            <a:spLocks noGrp="1"/>
          </p:cNvSpPr>
          <p:nvPr>
            <p:ph idx="1"/>
          </p:nvPr>
        </p:nvSpPr>
        <p:sp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a:normAutofit/>
          </a:bodyPr>
          <a:lstStyle/>
          <a:p>
            <a:r>
              <a:rPr lang="en-US" sz="2400" dirty="0"/>
              <a:t>- chart/</a:t>
            </a:r>
            <a:r>
              <a:rPr lang="en-US" sz="2400" dirty="0" err="1"/>
              <a:t>timechart</a:t>
            </a:r>
            <a:endParaRPr lang="en-US" sz="2400" dirty="0"/>
          </a:p>
          <a:p>
            <a:r>
              <a:rPr lang="en-US" sz="2400" dirty="0"/>
              <a:t>- rename</a:t>
            </a:r>
          </a:p>
          <a:p>
            <a:r>
              <a:rPr lang="en-US" sz="2400" dirty="0"/>
              <a:t>- sort</a:t>
            </a:r>
          </a:p>
          <a:p>
            <a:r>
              <a:rPr lang="en-US" sz="2400" dirty="0"/>
              <a:t>- stats</a:t>
            </a:r>
          </a:p>
          <a:p>
            <a:r>
              <a:rPr lang="en-US" sz="2400" dirty="0"/>
              <a:t>- eval</a:t>
            </a:r>
          </a:p>
          <a:p>
            <a:r>
              <a:rPr lang="en-US" sz="2400" dirty="0"/>
              <a:t>- </a:t>
            </a:r>
            <a:r>
              <a:rPr lang="en-US" sz="2400" dirty="0" err="1"/>
              <a:t>dedup</a:t>
            </a:r>
            <a:endParaRPr lang="en-US" sz="2400" dirty="0"/>
          </a:p>
          <a:p>
            <a:r>
              <a:rPr lang="en-US" sz="2400" dirty="0"/>
              <a:t>- table</a:t>
            </a:r>
            <a:endParaRPr lang="en-US" sz="2000" dirty="0"/>
          </a:p>
        </p:txBody>
      </p:sp>
    </p:spTree>
    <p:extLst>
      <p:ext uri="{BB962C8B-B14F-4D97-AF65-F5344CB8AC3E}">
        <p14:creationId xmlns:p14="http://schemas.microsoft.com/office/powerpoint/2010/main" val="34443243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B5322D-CD95-9EB0-14C8-FA44CBBFABA1}"/>
              </a:ext>
            </a:extLst>
          </p:cNvPr>
          <p:cNvSpPr>
            <a:spLocks noGrp="1"/>
          </p:cNvSpPr>
          <p:nvPr>
            <p:ph type="title"/>
          </p:nvPr>
        </p:nvSpPr>
        <p:spPr>
          <a:xfrm>
            <a:off x="683456" y="18255"/>
            <a:ext cx="10515600" cy="1325563"/>
          </a:xfrm>
        </p:spPr>
        <p:txBody>
          <a:bodyPr/>
          <a:lstStyle/>
          <a:p>
            <a:r>
              <a:rPr lang="en-US" dirty="0"/>
              <a:t>Search Examples</a:t>
            </a:r>
          </a:p>
        </p:txBody>
      </p:sp>
      <p:sp>
        <p:nvSpPr>
          <p:cNvPr id="3" name="Content Placeholder 2">
            <a:extLst>
              <a:ext uri="{FF2B5EF4-FFF2-40B4-BE49-F238E27FC236}">
                <a16:creationId xmlns:a16="http://schemas.microsoft.com/office/drawing/2014/main" id="{1A7E2115-E947-FD6A-0DC5-1516E8908295}"/>
              </a:ext>
            </a:extLst>
          </p:cNvPr>
          <p:cNvSpPr>
            <a:spLocks noGrp="1"/>
          </p:cNvSpPr>
          <p:nvPr>
            <p:ph idx="1"/>
          </p:nvPr>
        </p:nvSpPr>
        <p:spPr>
          <a:xfrm>
            <a:off x="683456" y="1150375"/>
            <a:ext cx="10515600" cy="5689369"/>
          </a:xfr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a:normAutofit/>
          </a:bodyPr>
          <a:lstStyle/>
          <a:p>
            <a:r>
              <a:rPr lang="en-US" sz="2400" dirty="0"/>
              <a:t>For UDS Adaptor server type below filter and select timestamp</a:t>
            </a:r>
          </a:p>
          <a:p>
            <a:pPr marL="0" indent="0">
              <a:buNone/>
            </a:pPr>
            <a:r>
              <a:rPr lang="it-IT" sz="2400" dirty="0">
                <a:hlinkClick r:id="rId2"/>
              </a:rPr>
              <a:t>https://fedexservices.splunkcloud.com/en-US/app/launcher/home</a:t>
            </a:r>
            <a:endParaRPr lang="it-IT" sz="2400" dirty="0"/>
          </a:p>
          <a:p>
            <a:pPr marL="0" indent="0">
              <a:buNone/>
            </a:pPr>
            <a:r>
              <a:rPr lang="en-US" sz="2400" dirty="0">
                <a:hlinkClick r:id="rId3"/>
              </a:rPr>
              <a:t>https://fedexservices.splunkcloud.com/en-US/app/fedex_app_gss_909263/search</a:t>
            </a:r>
            <a:endParaRPr lang="en-US" sz="2400" dirty="0"/>
          </a:p>
          <a:p>
            <a:pPr marL="0" indent="0">
              <a:buNone/>
            </a:pPr>
            <a:endParaRPr lang="it-IT" sz="2400" dirty="0"/>
          </a:p>
          <a:p>
            <a:pPr marL="457200" indent="-457200">
              <a:buAutoNum type="arabicPeriod"/>
            </a:pPr>
            <a:r>
              <a:rPr lang="en-US" sz="2400" dirty="0"/>
              <a:t>index=*</a:t>
            </a:r>
            <a:r>
              <a:rPr lang="en-US" sz="2400" dirty="0" err="1"/>
              <a:t>clw</a:t>
            </a:r>
            <a:r>
              <a:rPr lang="en-US" sz="2400" dirty="0"/>
              <a:t>* </a:t>
            </a:r>
            <a:r>
              <a:rPr lang="en-US" sz="2400" dirty="0" err="1"/>
              <a:t>cf_org_name</a:t>
            </a:r>
            <a:r>
              <a:rPr lang="en-US" sz="2400" dirty="0"/>
              <a:t>=3538276 </a:t>
            </a:r>
            <a:r>
              <a:rPr lang="en-US" sz="2400" dirty="0" err="1"/>
              <a:t>cf_app_name</a:t>
            </a:r>
            <a:r>
              <a:rPr lang="en-US" sz="2400" dirty="0"/>
              <a:t>=“</a:t>
            </a:r>
            <a:r>
              <a:rPr lang="en-US" sz="2400" dirty="0" err="1"/>
              <a:t>udsAdaptor</a:t>
            </a:r>
            <a:r>
              <a:rPr lang="en-US" sz="2400" dirty="0"/>
              <a:t>-</a:t>
            </a:r>
            <a:r>
              <a:rPr lang="en-US" sz="2400" dirty="0" err="1"/>
              <a:t>phuwv</a:t>
            </a:r>
            <a:r>
              <a:rPr lang="en-US" sz="2400" dirty="0"/>
              <a:t>-collector” </a:t>
            </a:r>
            <a:r>
              <a:rPr lang="en-US" sz="2400" dirty="0" err="1"/>
              <a:t>sourcetype</a:t>
            </a:r>
            <a:r>
              <a:rPr lang="en-US" sz="2400" dirty="0"/>
              <a:t>=“</a:t>
            </a:r>
            <a:r>
              <a:rPr lang="en-US" sz="2400" dirty="0" err="1"/>
              <a:t>cf:logmessage</a:t>
            </a:r>
            <a:r>
              <a:rPr lang="en-US" sz="2400" dirty="0"/>
              <a:t>”</a:t>
            </a:r>
          </a:p>
          <a:p>
            <a:pPr marL="457200" indent="-457200">
              <a:buAutoNum type="arabicPeriod"/>
            </a:pPr>
            <a:r>
              <a:rPr lang="en-US" sz="2400" dirty="0"/>
              <a:t>Append below criteria to the above query</a:t>
            </a:r>
          </a:p>
          <a:p>
            <a:pPr marL="0" indent="0">
              <a:buNone/>
            </a:pPr>
            <a:r>
              <a:rPr lang="en-US" sz="2400" dirty="0"/>
              <a:t>	- table _time host source </a:t>
            </a:r>
          </a:p>
          <a:p>
            <a:pPr marL="0" indent="0">
              <a:buNone/>
            </a:pPr>
            <a:r>
              <a:rPr lang="en-US" sz="2400" dirty="0"/>
              <a:t>	- eval timestamp=</a:t>
            </a:r>
            <a:r>
              <a:rPr lang="en-US" sz="2400" dirty="0" err="1"/>
              <a:t>strftime</a:t>
            </a:r>
            <a:r>
              <a:rPr lang="en-US" sz="2400" dirty="0"/>
              <a:t>(_time, "%d, %B, %H:%M %p")</a:t>
            </a:r>
          </a:p>
          <a:p>
            <a:pPr marL="0" indent="0">
              <a:buNone/>
            </a:pPr>
            <a:r>
              <a:rPr lang="en-US" sz="2400" dirty="0"/>
              <a:t>	- rename host as IP source as Source </a:t>
            </a:r>
          </a:p>
          <a:p>
            <a:pPr marL="0" indent="0">
              <a:buNone/>
            </a:pPr>
            <a:r>
              <a:rPr lang="en-US" sz="2400" dirty="0"/>
              <a:t>	- sort _time</a:t>
            </a:r>
          </a:p>
          <a:p>
            <a:pPr marL="0" indent="0">
              <a:buNone/>
            </a:pPr>
            <a:endParaRPr lang="en-US" sz="2400" dirty="0"/>
          </a:p>
        </p:txBody>
      </p:sp>
    </p:spTree>
    <p:extLst>
      <p:ext uri="{BB962C8B-B14F-4D97-AF65-F5344CB8AC3E}">
        <p14:creationId xmlns:p14="http://schemas.microsoft.com/office/powerpoint/2010/main" val="36685513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BDFFD5-39CF-A2FD-EA57-C0C48FE19B32}"/>
              </a:ext>
            </a:extLst>
          </p:cNvPr>
          <p:cNvSpPr>
            <a:spLocks noGrp="1"/>
          </p:cNvSpPr>
          <p:nvPr>
            <p:ph type="title"/>
          </p:nvPr>
        </p:nvSpPr>
        <p:spPr/>
        <p:txBody>
          <a:bodyPr/>
          <a:lstStyle/>
          <a:p>
            <a:r>
              <a:rPr lang="en-US" sz="4400" dirty="0"/>
              <a:t>Intermediate searching</a:t>
            </a:r>
            <a:endParaRPr lang="en-US" dirty="0"/>
          </a:p>
        </p:txBody>
      </p:sp>
      <p:sp>
        <p:nvSpPr>
          <p:cNvPr id="3" name="Content Placeholder 2">
            <a:extLst>
              <a:ext uri="{FF2B5EF4-FFF2-40B4-BE49-F238E27FC236}">
                <a16:creationId xmlns:a16="http://schemas.microsoft.com/office/drawing/2014/main" id="{A4C2F130-6B8B-97A0-CAAA-D657ACC73538}"/>
              </a:ext>
            </a:extLst>
          </p:cNvPr>
          <p:cNvSpPr>
            <a:spLocks noGrp="1"/>
          </p:cNvSpPr>
          <p:nvPr>
            <p:ph idx="1"/>
          </p:nvPr>
        </p:nvSpPr>
        <p:sp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a:normAutofit lnSpcReduction="10000"/>
          </a:bodyPr>
          <a:lstStyle/>
          <a:p>
            <a:pPr marL="0" indent="0">
              <a:buNone/>
            </a:pPr>
            <a:r>
              <a:rPr lang="en-US" sz="2400" dirty="0"/>
              <a:t>Splunk defines some general functions using Pipe operator</a:t>
            </a:r>
          </a:p>
          <a:p>
            <a:r>
              <a:rPr lang="en-US" sz="2400" dirty="0"/>
              <a:t> | top field</a:t>
            </a:r>
          </a:p>
          <a:p>
            <a:r>
              <a:rPr lang="en-US" sz="2400" dirty="0"/>
              <a:t> | rare field</a:t>
            </a:r>
          </a:p>
          <a:p>
            <a:r>
              <a:rPr lang="en-US" sz="2400" dirty="0"/>
              <a:t> | stat &lt;function (field)&gt; BY field/s - count, avg, max, sum, value, list etc.</a:t>
            </a:r>
          </a:p>
          <a:p>
            <a:r>
              <a:rPr lang="en-US" sz="2400" dirty="0"/>
              <a:t> | chart or </a:t>
            </a:r>
            <a:r>
              <a:rPr lang="en-US" sz="2400" dirty="0" err="1"/>
              <a:t>timechart</a:t>
            </a:r>
            <a:endParaRPr lang="en-US" sz="2400" dirty="0"/>
          </a:p>
          <a:p>
            <a:pPr marL="0" indent="0">
              <a:buNone/>
            </a:pPr>
            <a:r>
              <a:rPr lang="en-US" sz="2400" dirty="0"/>
              <a:t>Examples</a:t>
            </a:r>
          </a:p>
          <a:p>
            <a:pPr marL="0" indent="0">
              <a:buNone/>
            </a:pPr>
            <a:r>
              <a:rPr lang="en-US" sz="2400" dirty="0"/>
              <a:t>	- top host -&gt; top limit=5 </a:t>
            </a:r>
            <a:r>
              <a:rPr lang="en-US" sz="2400" dirty="0" err="1"/>
              <a:t>totCount</a:t>
            </a:r>
            <a:r>
              <a:rPr lang="en-US" sz="2400" dirty="0"/>
              <a:t> by host</a:t>
            </a:r>
          </a:p>
          <a:p>
            <a:pPr marL="0" indent="0">
              <a:buNone/>
            </a:pPr>
            <a:r>
              <a:rPr lang="en-US" sz="2400" dirty="0"/>
              <a:t>	- rare host</a:t>
            </a:r>
            <a:endParaRPr lang="en-US" sz="2000" dirty="0"/>
          </a:p>
          <a:p>
            <a:pPr marL="0" indent="0">
              <a:buNone/>
            </a:pPr>
            <a:r>
              <a:rPr lang="en-US" sz="2400" dirty="0"/>
              <a:t>	- stats -&gt; stats count(index) by host</a:t>
            </a:r>
          </a:p>
          <a:p>
            <a:pPr marL="0" indent="0">
              <a:buNone/>
            </a:pPr>
            <a:r>
              <a:rPr lang="en-US" sz="2400" dirty="0"/>
              <a:t>	- chart -&gt; chart count(index) as </a:t>
            </a:r>
            <a:r>
              <a:rPr lang="en-US" sz="2400" dirty="0" err="1"/>
              <a:t>totCount</a:t>
            </a:r>
            <a:r>
              <a:rPr lang="en-US" sz="2400" dirty="0"/>
              <a:t> by host</a:t>
            </a:r>
          </a:p>
          <a:p>
            <a:pPr marL="0" indent="0">
              <a:buNone/>
            </a:pPr>
            <a:endParaRPr lang="en-US" sz="2400" dirty="0"/>
          </a:p>
        </p:txBody>
      </p:sp>
    </p:spTree>
    <p:extLst>
      <p:ext uri="{BB962C8B-B14F-4D97-AF65-F5344CB8AC3E}">
        <p14:creationId xmlns:p14="http://schemas.microsoft.com/office/powerpoint/2010/main" val="35343672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6E11D3-C38D-1603-698B-6A33F58C48CC}"/>
              </a:ext>
            </a:extLst>
          </p:cNvPr>
          <p:cNvSpPr>
            <a:spLocks noGrp="1"/>
          </p:cNvSpPr>
          <p:nvPr>
            <p:ph type="title"/>
          </p:nvPr>
        </p:nvSpPr>
        <p:spPr>
          <a:xfrm>
            <a:off x="402101" y="57540"/>
            <a:ext cx="10515600" cy="1325563"/>
          </a:xfrm>
        </p:spPr>
        <p:txBody>
          <a:bodyPr/>
          <a:lstStyle/>
          <a:p>
            <a:r>
              <a:rPr lang="en-US" b="1" dirty="0"/>
              <a:t>Report and Chart</a:t>
            </a:r>
          </a:p>
        </p:txBody>
      </p:sp>
      <p:sp>
        <p:nvSpPr>
          <p:cNvPr id="4" name="Content Placeholder 3">
            <a:extLst>
              <a:ext uri="{FF2B5EF4-FFF2-40B4-BE49-F238E27FC236}">
                <a16:creationId xmlns:a16="http://schemas.microsoft.com/office/drawing/2014/main" id="{A194A8A0-6EED-834A-AD2F-BFD04DF69C09}"/>
              </a:ext>
            </a:extLst>
          </p:cNvPr>
          <p:cNvSpPr>
            <a:spLocks noGrp="1"/>
          </p:cNvSpPr>
          <p:nvPr>
            <p:ph idx="1"/>
          </p:nvPr>
        </p:nvSpPr>
        <p:spPr/>
        <p:txBody>
          <a:bodyPr/>
          <a:lstStyle/>
          <a:p>
            <a:endParaRPr lang="en-US"/>
          </a:p>
        </p:txBody>
      </p:sp>
      <p:pic>
        <p:nvPicPr>
          <p:cNvPr id="7" name="Picture 6">
            <a:extLst>
              <a:ext uri="{FF2B5EF4-FFF2-40B4-BE49-F238E27FC236}">
                <a16:creationId xmlns:a16="http://schemas.microsoft.com/office/drawing/2014/main" id="{DA0F2607-26B6-7F7B-A660-1015E5031E07}"/>
              </a:ext>
            </a:extLst>
          </p:cNvPr>
          <p:cNvPicPr>
            <a:picLocks noChangeAspect="1"/>
          </p:cNvPicPr>
          <p:nvPr/>
        </p:nvPicPr>
        <p:blipFill>
          <a:blip r:embed="rId2"/>
          <a:stretch>
            <a:fillRect/>
          </a:stretch>
        </p:blipFill>
        <p:spPr>
          <a:xfrm>
            <a:off x="257321" y="1309657"/>
            <a:ext cx="11677357" cy="5383274"/>
          </a:xfrm>
          <a:prstGeom prst="rect">
            <a:avLst/>
          </a:prstGeom>
        </p:spPr>
      </p:pic>
    </p:spTree>
    <p:extLst>
      <p:ext uri="{BB962C8B-B14F-4D97-AF65-F5344CB8AC3E}">
        <p14:creationId xmlns:p14="http://schemas.microsoft.com/office/powerpoint/2010/main" val="11328363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0ECA8DA-06AD-453F-99D8-21CB53F62F01}"/>
              </a:ext>
            </a:extLst>
          </p:cNvPr>
          <p:cNvSpPr txBox="1"/>
          <p:nvPr/>
        </p:nvSpPr>
        <p:spPr>
          <a:xfrm>
            <a:off x="4451510" y="2237213"/>
            <a:ext cx="7336314" cy="1785104"/>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5A5A5A"/>
                </a:solidFill>
                <a:effectLst/>
                <a:uLnTx/>
                <a:uFillTx/>
                <a:latin typeface="Calibri" panose="020F0502020204030204" pitchFamily="34" charset="0"/>
                <a:ea typeface="+mn-ea"/>
                <a:cs typeface="Calibri" panose="020F0502020204030204" pitchFamily="34" charset="0"/>
              </a:rPr>
              <a:t>About Mphasis</a:t>
            </a:r>
            <a:endParaRPr kumimoji="0" lang="en-GB" sz="1400" b="0" i="0" u="none" strike="noStrike" kern="1200" cap="none" spc="0" normalizeH="0" baseline="0" noProof="0" dirty="0">
              <a:ln>
                <a:noFill/>
              </a:ln>
              <a:solidFill>
                <a:srgbClr val="5A5A5A"/>
              </a:solidFill>
              <a:effectLst/>
              <a:uLnTx/>
              <a:uFillTx/>
              <a:latin typeface="Calibri" panose="020F0502020204030204" pitchFamily="34" charset="0"/>
              <a:ea typeface="+mn-ea"/>
              <a:cs typeface="Calibri" panose="020F0502020204030204" pitchFamily="34"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200" b="1" i="0" u="sng" strike="noStrike" kern="1200" cap="none" spc="0" normalizeH="0" baseline="0" noProof="0" dirty="0">
                <a:ln>
                  <a:noFill/>
                </a:ln>
                <a:solidFill>
                  <a:srgbClr val="5A5A5A"/>
                </a:solidFill>
                <a:effectLst/>
                <a:uLnTx/>
                <a:uFillTx/>
                <a:latin typeface="Calibri" panose="020F0502020204030204" pitchFamily="34" charset="0"/>
                <a:ea typeface="+mn-ea"/>
                <a:cs typeface="Calibri" panose="020F0502020204030204" pitchFamily="34" charset="0"/>
                <a:hlinkClick r:id="rId2">
                  <a:extLst>
                    <a:ext uri="{A12FA001-AC4F-418D-AE19-62706E023703}">
                      <ahyp:hlinkClr xmlns:ahyp="http://schemas.microsoft.com/office/drawing/2018/hyperlinkcolor" val="tx"/>
                    </a:ext>
                  </a:extLst>
                </a:hlinkClick>
              </a:rPr>
              <a:t>Mphasis</a:t>
            </a:r>
            <a:r>
              <a:rPr kumimoji="0" lang="en-US" sz="1200" b="0" i="0" u="none" strike="noStrike" kern="1200" cap="none" spc="0" normalizeH="0" baseline="0" noProof="0" dirty="0">
                <a:ln>
                  <a:noFill/>
                </a:ln>
                <a:solidFill>
                  <a:srgbClr val="5A5A5A"/>
                </a:solidFill>
                <a:effectLst/>
                <a:uLnTx/>
                <a:uFillTx/>
                <a:latin typeface="Calibri" panose="020F0502020204030204" pitchFamily="34" charset="0"/>
                <a:ea typeface="+mn-ea"/>
                <a:cs typeface="Calibri" panose="020F0502020204030204" pitchFamily="34" charset="0"/>
              </a:rPr>
              <a:t> </a:t>
            </a:r>
            <a:r>
              <a:rPr kumimoji="0" lang="en-GB" sz="1200" b="0" i="0" u="none" strike="noStrike" kern="1200" cap="none" spc="0" normalizeH="0" baseline="0" noProof="0" dirty="0">
                <a:ln>
                  <a:noFill/>
                </a:ln>
                <a:solidFill>
                  <a:srgbClr val="5A5A5A"/>
                </a:solidFill>
                <a:effectLst/>
                <a:uLnTx/>
                <a:uFillTx/>
                <a:latin typeface="Calibri" panose="020F0502020204030204" pitchFamily="34" charset="0"/>
                <a:ea typeface="+mn-ea"/>
                <a:cs typeface="Calibri" panose="020F0502020204030204" pitchFamily="34" charset="0"/>
              </a:rPr>
              <a:t>(BSE: 526299; NSE: MPHASIS) applies next-generation technology to help enterprises transform businesses globally. Customer centricity is foundational to Mphasis and is reflected in the Mphasis’ </a:t>
            </a:r>
            <a:r>
              <a:rPr kumimoji="0" lang="en-US" sz="1200" b="0" i="0" u="sng" strike="noStrike" kern="1200" cap="none" spc="0" normalizeH="0" baseline="0" noProof="0" dirty="0">
                <a:ln>
                  <a:noFill/>
                </a:ln>
                <a:solidFill>
                  <a:srgbClr val="5A5A5A"/>
                </a:solidFill>
                <a:effectLst/>
                <a:uLnTx/>
                <a:uFillTx/>
                <a:latin typeface="Calibri" panose="020F0502020204030204" pitchFamily="34" charset="0"/>
                <a:ea typeface="+mn-ea"/>
                <a:cs typeface="Calibri" panose="020F0502020204030204" pitchFamily="34" charset="0"/>
                <a:hlinkClick r:id="rId3">
                  <a:extLst>
                    <a:ext uri="{A12FA001-AC4F-418D-AE19-62706E023703}">
                      <ahyp:hlinkClr xmlns:ahyp="http://schemas.microsoft.com/office/drawing/2018/hyperlinkcolor" val="tx"/>
                    </a:ext>
                  </a:extLst>
                </a:hlinkClick>
              </a:rPr>
              <a:t>Front2Back</a:t>
            </a:r>
            <a:r>
              <a:rPr kumimoji="0" lang="en-US" sz="1200" b="0" i="0" u="none" strike="noStrike" kern="1200" cap="none" spc="0" normalizeH="0" baseline="0" noProof="0" dirty="0">
                <a:ln>
                  <a:noFill/>
                </a:ln>
                <a:solidFill>
                  <a:srgbClr val="5A5A5A"/>
                </a:solidFill>
                <a:effectLst/>
                <a:uLnTx/>
                <a:uFillTx/>
                <a:latin typeface="Calibri" panose="020F0502020204030204" pitchFamily="34" charset="0"/>
                <a:ea typeface="+mn-ea"/>
                <a:cs typeface="Calibri" panose="020F0502020204030204" pitchFamily="34" charset="0"/>
              </a:rPr>
              <a:t>™ Transformation </a:t>
            </a:r>
            <a:r>
              <a:rPr kumimoji="0" lang="en-GB" sz="1200" b="0" i="0" u="none" strike="noStrike" kern="1200" cap="none" spc="0" normalizeH="0" baseline="0" noProof="0" dirty="0">
                <a:ln>
                  <a:noFill/>
                </a:ln>
                <a:solidFill>
                  <a:srgbClr val="5A5A5A"/>
                </a:solidFill>
                <a:effectLst/>
                <a:uLnTx/>
                <a:uFillTx/>
                <a:latin typeface="Calibri" panose="020F0502020204030204" pitchFamily="34" charset="0"/>
                <a:ea typeface="+mn-ea"/>
                <a:cs typeface="Calibri" panose="020F0502020204030204" pitchFamily="34" charset="0"/>
              </a:rPr>
              <a:t>approach. Front2Back™ uses the exponential power of cloud and cognitive to provide hyper-personalized (C=</a:t>
            </a:r>
            <a:r>
              <a:rPr kumimoji="0" lang="en-GB" sz="1200" b="0" i="0" u="sng" strike="noStrike" kern="1200" cap="none" spc="0" normalizeH="0" baseline="0" noProof="0" dirty="0">
                <a:ln>
                  <a:noFill/>
                </a:ln>
                <a:solidFill>
                  <a:srgbClr val="5A5A5A"/>
                </a:solidFill>
                <a:effectLst/>
                <a:uLnTx/>
                <a:uFillTx/>
                <a:latin typeface="Calibri" panose="020F0502020204030204" pitchFamily="34" charset="0"/>
                <a:ea typeface="+mn-ea"/>
                <a:cs typeface="Calibri" panose="020F0502020204030204" pitchFamily="34" charset="0"/>
                <a:hlinkClick r:id="rId3">
                  <a:extLst>
                    <a:ext uri="{A12FA001-AC4F-418D-AE19-62706E023703}">
                      <ahyp:hlinkClr xmlns:ahyp="http://schemas.microsoft.com/office/drawing/2018/hyperlinkcolor" val="tx"/>
                    </a:ext>
                  </a:extLst>
                </a:hlinkClick>
              </a:rPr>
              <a:t>X2C</a:t>
            </a:r>
            <a:r>
              <a:rPr kumimoji="0" lang="en-US" sz="1200" b="0" i="0" u="sng" strike="noStrike" kern="1200" cap="none" spc="0" normalizeH="0" baseline="30000" noProof="0" dirty="0">
                <a:ln>
                  <a:noFill/>
                </a:ln>
                <a:solidFill>
                  <a:srgbClr val="5A5A5A"/>
                </a:solidFill>
                <a:effectLst/>
                <a:uLnTx/>
                <a:uFillTx/>
                <a:latin typeface="Calibri" panose="020F0502020204030204" pitchFamily="34" charset="0"/>
                <a:ea typeface="+mn-ea"/>
                <a:cs typeface="Calibri" panose="020F0502020204030204" pitchFamily="34" charset="0"/>
                <a:hlinkClick r:id="rId3">
                  <a:extLst>
                    <a:ext uri="{A12FA001-AC4F-418D-AE19-62706E023703}">
                      <ahyp:hlinkClr xmlns:ahyp="http://schemas.microsoft.com/office/drawing/2018/hyperlinkcolor" val="tx"/>
                    </a:ext>
                  </a:extLst>
                </a:hlinkClick>
              </a:rPr>
              <a:t>2 </a:t>
            </a:r>
            <a:r>
              <a:rPr kumimoji="0" lang="en-US" sz="1200" b="0" i="0" u="sng" strike="noStrike" kern="1200" cap="none" spc="0" normalizeH="0" baseline="-25000" noProof="0" dirty="0">
                <a:ln>
                  <a:noFill/>
                </a:ln>
                <a:solidFill>
                  <a:srgbClr val="5A5A5A"/>
                </a:solidFill>
                <a:effectLst/>
                <a:uLnTx/>
                <a:uFillTx/>
                <a:latin typeface="Calibri" panose="020F0502020204030204" pitchFamily="34" charset="0"/>
                <a:ea typeface="+mn-ea"/>
                <a:cs typeface="Calibri" panose="020F0502020204030204" pitchFamily="34" charset="0"/>
                <a:hlinkClick r:id="rId3">
                  <a:extLst>
                    <a:ext uri="{A12FA001-AC4F-418D-AE19-62706E023703}">
                      <ahyp:hlinkClr xmlns:ahyp="http://schemas.microsoft.com/office/drawing/2018/hyperlinkcolor" val="tx"/>
                    </a:ext>
                  </a:extLst>
                </a:hlinkClick>
              </a:rPr>
              <a:t>TM</a:t>
            </a:r>
            <a:r>
              <a:rPr kumimoji="0" lang="en-GB" sz="1200" b="0" i="0" u="none" strike="noStrike" kern="1200" cap="none" spc="0" normalizeH="0" baseline="0" noProof="0" dirty="0">
                <a:ln>
                  <a:noFill/>
                </a:ln>
                <a:solidFill>
                  <a:srgbClr val="5A5A5A"/>
                </a:solidFill>
                <a:effectLst/>
                <a:uLnTx/>
                <a:uFillTx/>
                <a:latin typeface="Calibri" panose="020F0502020204030204" pitchFamily="34" charset="0"/>
                <a:ea typeface="+mn-ea"/>
                <a:cs typeface="Calibri" panose="020F0502020204030204" pitchFamily="34" charset="0"/>
              </a:rPr>
              <a:t>=1) digital experience to clients and their end customers. Mphasis’ Service Transformation approach helps ‘shrink the core’ through the application of digital technologies across legacy environments within an enterprise, enabling businesses to stay ahead in a changing world. Mphasis’ core reference architectures and tools, speed and innovation with domain expertise and specialization are key to building strong relationships with marquee clients. Click </a:t>
            </a:r>
            <a:r>
              <a:rPr kumimoji="0" lang="en-US" sz="1200" b="0" i="0" u="sng" strike="noStrike" kern="1200" cap="none" spc="0" normalizeH="0" baseline="0" noProof="0" dirty="0">
                <a:ln>
                  <a:noFill/>
                </a:ln>
                <a:solidFill>
                  <a:srgbClr val="5A5A5A"/>
                </a:solidFill>
                <a:effectLst/>
                <a:uLnTx/>
                <a:uFillTx/>
                <a:latin typeface="Calibri" panose="020F0502020204030204" pitchFamily="34" charset="0"/>
                <a:ea typeface="+mn-ea"/>
                <a:cs typeface="Calibri" panose="020F0502020204030204" pitchFamily="34" charset="0"/>
                <a:hlinkClick r:id="rId2">
                  <a:extLst>
                    <a:ext uri="{A12FA001-AC4F-418D-AE19-62706E023703}">
                      <ahyp:hlinkClr xmlns:ahyp="http://schemas.microsoft.com/office/drawing/2018/hyperlinkcolor" val="tx"/>
                    </a:ext>
                  </a:extLst>
                </a:hlinkClick>
              </a:rPr>
              <a:t>here</a:t>
            </a:r>
            <a:r>
              <a:rPr kumimoji="0" lang="en-GB" sz="1200" b="0" i="0" u="none" strike="noStrike" kern="1200" cap="none" spc="0" normalizeH="0" baseline="0" noProof="0" dirty="0">
                <a:ln>
                  <a:noFill/>
                </a:ln>
                <a:solidFill>
                  <a:srgbClr val="5A5A5A"/>
                </a:solidFill>
                <a:effectLst/>
                <a:uLnTx/>
                <a:uFillTx/>
                <a:latin typeface="Calibri" panose="020F0502020204030204" pitchFamily="34" charset="0"/>
                <a:ea typeface="+mn-ea"/>
                <a:cs typeface="Calibri" panose="020F0502020204030204" pitchFamily="34" charset="0"/>
              </a:rPr>
              <a:t> to know</a:t>
            </a:r>
            <a:endParaRPr kumimoji="0" lang="en-US" sz="1200" b="0" i="0" u="none" strike="noStrike" kern="1200" cap="none" spc="0" normalizeH="0" baseline="0" noProof="0" dirty="0">
              <a:ln>
                <a:noFill/>
              </a:ln>
              <a:solidFill>
                <a:srgbClr val="5A5A5A"/>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326448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1794</TotalTime>
  <Words>553</Words>
  <Application>Microsoft Office PowerPoint</Application>
  <PresentationFormat>Widescreen</PresentationFormat>
  <Paragraphs>56</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Calibri</vt:lpstr>
      <vt:lpstr>Calibri Light</vt:lpstr>
      <vt:lpstr>inherit</vt:lpstr>
      <vt:lpstr>var(--ff-lato)</vt:lpstr>
      <vt:lpstr>Office Theme</vt:lpstr>
      <vt:lpstr>PowerPoint Presentation</vt:lpstr>
      <vt:lpstr>Introduction</vt:lpstr>
      <vt:lpstr>Splunk Features</vt:lpstr>
      <vt:lpstr>Search and Reporting </vt:lpstr>
      <vt:lpstr>Basic searching</vt:lpstr>
      <vt:lpstr>Splunk Commands</vt:lpstr>
      <vt:lpstr>Search Examples</vt:lpstr>
      <vt:lpstr>Intermediate searching</vt:lpstr>
      <vt:lpstr>Report and Chart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Kibana</dc:title>
  <dc:creator>Rajarama Kaniyoor</dc:creator>
  <cp:lastModifiedBy>Rajarama Kaniyoor</cp:lastModifiedBy>
  <cp:revision>21</cp:revision>
  <dcterms:created xsi:type="dcterms:W3CDTF">2024-01-28T10:21:21Z</dcterms:created>
  <dcterms:modified xsi:type="dcterms:W3CDTF">2024-01-31T11:01:36Z</dcterms:modified>
</cp:coreProperties>
</file>