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874" r:id="rId2"/>
    <p:sldId id="257" r:id="rId3"/>
    <p:sldId id="258" r:id="rId4"/>
    <p:sldId id="259" r:id="rId5"/>
    <p:sldId id="260" r:id="rId6"/>
    <p:sldId id="262" r:id="rId7"/>
    <p:sldId id="261" r:id="rId8"/>
    <p:sldId id="265" r:id="rId9"/>
    <p:sldId id="263" r:id="rId10"/>
    <p:sldId id="264" r:id="rId11"/>
    <p:sldId id="33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36B66-315F-F2DB-D840-963345118C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41A392-8E05-1038-5EC6-A2DE283A45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CC125E-2409-297F-8D19-2822BDCD7D0E}"/>
              </a:ext>
            </a:extLst>
          </p:cNvPr>
          <p:cNvSpPr>
            <a:spLocks noGrp="1"/>
          </p:cNvSpPr>
          <p:nvPr>
            <p:ph type="dt" sz="half" idx="10"/>
          </p:nvPr>
        </p:nvSpPr>
        <p:spPr/>
        <p:txBody>
          <a:bodyPr/>
          <a:lstStyle/>
          <a:p>
            <a:fld id="{B022D9D4-B78E-4BC8-9B8B-F1BB132768FC}" type="datetimeFigureOut">
              <a:rPr lang="en-US" smtClean="0"/>
              <a:t>1/28/2024</a:t>
            </a:fld>
            <a:endParaRPr lang="en-US"/>
          </a:p>
        </p:txBody>
      </p:sp>
      <p:sp>
        <p:nvSpPr>
          <p:cNvPr id="5" name="Footer Placeholder 4">
            <a:extLst>
              <a:ext uri="{FF2B5EF4-FFF2-40B4-BE49-F238E27FC236}">
                <a16:creationId xmlns:a16="http://schemas.microsoft.com/office/drawing/2014/main" id="{98270CBB-26A6-829C-F80E-2416103B4E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58996E-1E08-F67F-E54D-E1773782839A}"/>
              </a:ext>
            </a:extLst>
          </p:cNvPr>
          <p:cNvSpPr>
            <a:spLocks noGrp="1"/>
          </p:cNvSpPr>
          <p:nvPr>
            <p:ph type="sldNum" sz="quarter" idx="12"/>
          </p:nvPr>
        </p:nvSpPr>
        <p:spPr/>
        <p:txBody>
          <a:bodyPr/>
          <a:lstStyle/>
          <a:p>
            <a:fld id="{E82E4326-4329-496D-A3DB-15E79C25C1EE}" type="slidenum">
              <a:rPr lang="en-US" smtClean="0"/>
              <a:t>‹#›</a:t>
            </a:fld>
            <a:endParaRPr lang="en-US"/>
          </a:p>
        </p:txBody>
      </p:sp>
    </p:spTree>
    <p:extLst>
      <p:ext uri="{BB962C8B-B14F-4D97-AF65-F5344CB8AC3E}">
        <p14:creationId xmlns:p14="http://schemas.microsoft.com/office/powerpoint/2010/main" val="2024366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7A248-CB10-DE3A-CB17-0603E76B31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26A47E-D802-96E7-EC06-A6BAD00917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9EA003-C7F3-EB4B-1A83-AF6C521F6AB9}"/>
              </a:ext>
            </a:extLst>
          </p:cNvPr>
          <p:cNvSpPr>
            <a:spLocks noGrp="1"/>
          </p:cNvSpPr>
          <p:nvPr>
            <p:ph type="dt" sz="half" idx="10"/>
          </p:nvPr>
        </p:nvSpPr>
        <p:spPr/>
        <p:txBody>
          <a:bodyPr/>
          <a:lstStyle/>
          <a:p>
            <a:fld id="{B022D9D4-B78E-4BC8-9B8B-F1BB132768FC}" type="datetimeFigureOut">
              <a:rPr lang="en-US" smtClean="0"/>
              <a:t>1/28/2024</a:t>
            </a:fld>
            <a:endParaRPr lang="en-US"/>
          </a:p>
        </p:txBody>
      </p:sp>
      <p:sp>
        <p:nvSpPr>
          <p:cNvPr id="5" name="Footer Placeholder 4">
            <a:extLst>
              <a:ext uri="{FF2B5EF4-FFF2-40B4-BE49-F238E27FC236}">
                <a16:creationId xmlns:a16="http://schemas.microsoft.com/office/drawing/2014/main" id="{5C2C4DFB-A771-8EA4-8DB5-40D5151666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3D1220-6BCD-94AB-0715-485806895C78}"/>
              </a:ext>
            </a:extLst>
          </p:cNvPr>
          <p:cNvSpPr>
            <a:spLocks noGrp="1"/>
          </p:cNvSpPr>
          <p:nvPr>
            <p:ph type="sldNum" sz="quarter" idx="12"/>
          </p:nvPr>
        </p:nvSpPr>
        <p:spPr/>
        <p:txBody>
          <a:bodyPr/>
          <a:lstStyle/>
          <a:p>
            <a:fld id="{E82E4326-4329-496D-A3DB-15E79C25C1EE}" type="slidenum">
              <a:rPr lang="en-US" smtClean="0"/>
              <a:t>‹#›</a:t>
            </a:fld>
            <a:endParaRPr lang="en-US"/>
          </a:p>
        </p:txBody>
      </p:sp>
    </p:spTree>
    <p:extLst>
      <p:ext uri="{BB962C8B-B14F-4D97-AF65-F5344CB8AC3E}">
        <p14:creationId xmlns:p14="http://schemas.microsoft.com/office/powerpoint/2010/main" val="196379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D77CE-8021-707A-CCFE-88DFAFF495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677A6B-A163-5381-18E6-7FF8BDADACC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06DBE9-1F14-02F1-51E1-DE748CECA3C0}"/>
              </a:ext>
            </a:extLst>
          </p:cNvPr>
          <p:cNvSpPr>
            <a:spLocks noGrp="1"/>
          </p:cNvSpPr>
          <p:nvPr>
            <p:ph type="dt" sz="half" idx="10"/>
          </p:nvPr>
        </p:nvSpPr>
        <p:spPr/>
        <p:txBody>
          <a:bodyPr/>
          <a:lstStyle/>
          <a:p>
            <a:fld id="{B022D9D4-B78E-4BC8-9B8B-F1BB132768FC}" type="datetimeFigureOut">
              <a:rPr lang="en-US" smtClean="0"/>
              <a:t>1/28/2024</a:t>
            </a:fld>
            <a:endParaRPr lang="en-US"/>
          </a:p>
        </p:txBody>
      </p:sp>
      <p:sp>
        <p:nvSpPr>
          <p:cNvPr id="5" name="Footer Placeholder 4">
            <a:extLst>
              <a:ext uri="{FF2B5EF4-FFF2-40B4-BE49-F238E27FC236}">
                <a16:creationId xmlns:a16="http://schemas.microsoft.com/office/drawing/2014/main" id="{0BBD9C5B-004A-7877-50AD-CE8195487E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0BB2E8-AACF-A49A-B42B-F1CC5B535E13}"/>
              </a:ext>
            </a:extLst>
          </p:cNvPr>
          <p:cNvSpPr>
            <a:spLocks noGrp="1"/>
          </p:cNvSpPr>
          <p:nvPr>
            <p:ph type="sldNum" sz="quarter" idx="12"/>
          </p:nvPr>
        </p:nvSpPr>
        <p:spPr/>
        <p:txBody>
          <a:bodyPr/>
          <a:lstStyle/>
          <a:p>
            <a:fld id="{E82E4326-4329-496D-A3DB-15E79C25C1EE}" type="slidenum">
              <a:rPr lang="en-US" smtClean="0"/>
              <a:t>‹#›</a:t>
            </a:fld>
            <a:endParaRPr lang="en-US"/>
          </a:p>
        </p:txBody>
      </p:sp>
    </p:spTree>
    <p:extLst>
      <p:ext uri="{BB962C8B-B14F-4D97-AF65-F5344CB8AC3E}">
        <p14:creationId xmlns:p14="http://schemas.microsoft.com/office/powerpoint/2010/main" val="2126807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9E4AA-087D-933E-D57E-C12BE458E4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4DDE55-90A1-35DC-C856-1852437DB1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4247B3-0510-9410-3C82-E153A37976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EFFBC6-1394-40E8-621B-B6921D997B89}"/>
              </a:ext>
            </a:extLst>
          </p:cNvPr>
          <p:cNvSpPr>
            <a:spLocks noGrp="1"/>
          </p:cNvSpPr>
          <p:nvPr>
            <p:ph type="dt" sz="half" idx="10"/>
          </p:nvPr>
        </p:nvSpPr>
        <p:spPr/>
        <p:txBody>
          <a:bodyPr/>
          <a:lstStyle/>
          <a:p>
            <a:fld id="{B022D9D4-B78E-4BC8-9B8B-F1BB132768FC}" type="datetimeFigureOut">
              <a:rPr lang="en-US" smtClean="0"/>
              <a:t>1/28/2024</a:t>
            </a:fld>
            <a:endParaRPr lang="en-US"/>
          </a:p>
        </p:txBody>
      </p:sp>
      <p:sp>
        <p:nvSpPr>
          <p:cNvPr id="6" name="Footer Placeholder 5">
            <a:extLst>
              <a:ext uri="{FF2B5EF4-FFF2-40B4-BE49-F238E27FC236}">
                <a16:creationId xmlns:a16="http://schemas.microsoft.com/office/drawing/2014/main" id="{0DCEA63B-B166-33F4-B3BB-25F511AEC6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154B35-1E2D-C2AD-65B7-C581A3A63B52}"/>
              </a:ext>
            </a:extLst>
          </p:cNvPr>
          <p:cNvSpPr>
            <a:spLocks noGrp="1"/>
          </p:cNvSpPr>
          <p:nvPr>
            <p:ph type="sldNum" sz="quarter" idx="12"/>
          </p:nvPr>
        </p:nvSpPr>
        <p:spPr/>
        <p:txBody>
          <a:bodyPr/>
          <a:lstStyle/>
          <a:p>
            <a:fld id="{E82E4326-4329-496D-A3DB-15E79C25C1EE}" type="slidenum">
              <a:rPr lang="en-US" smtClean="0"/>
              <a:t>‹#›</a:t>
            </a:fld>
            <a:endParaRPr lang="en-US"/>
          </a:p>
        </p:txBody>
      </p:sp>
    </p:spTree>
    <p:extLst>
      <p:ext uri="{BB962C8B-B14F-4D97-AF65-F5344CB8AC3E}">
        <p14:creationId xmlns:p14="http://schemas.microsoft.com/office/powerpoint/2010/main" val="279393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2221B-95AA-7F96-853A-5D42CFF0CEA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FC9205-AF25-278E-666B-67E03F2F15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3D91CB-DAD1-EB74-B0CE-C358742938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B2C8533-21A8-3B99-4493-9AEC38CC10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22359E-4CEE-9D7E-94F5-0E8B77F7E4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045CC80-A772-D9DE-76DF-BF5E3FFE1FDE}"/>
              </a:ext>
            </a:extLst>
          </p:cNvPr>
          <p:cNvSpPr>
            <a:spLocks noGrp="1"/>
          </p:cNvSpPr>
          <p:nvPr>
            <p:ph type="dt" sz="half" idx="10"/>
          </p:nvPr>
        </p:nvSpPr>
        <p:spPr/>
        <p:txBody>
          <a:bodyPr/>
          <a:lstStyle/>
          <a:p>
            <a:fld id="{B022D9D4-B78E-4BC8-9B8B-F1BB132768FC}" type="datetimeFigureOut">
              <a:rPr lang="en-US" smtClean="0"/>
              <a:t>1/28/2024</a:t>
            </a:fld>
            <a:endParaRPr lang="en-US"/>
          </a:p>
        </p:txBody>
      </p:sp>
      <p:sp>
        <p:nvSpPr>
          <p:cNvPr id="8" name="Footer Placeholder 7">
            <a:extLst>
              <a:ext uri="{FF2B5EF4-FFF2-40B4-BE49-F238E27FC236}">
                <a16:creationId xmlns:a16="http://schemas.microsoft.com/office/drawing/2014/main" id="{147B93F3-4553-52CD-5F3C-9223D570979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E71914-0149-CC1D-5F1F-6690B8CA8521}"/>
              </a:ext>
            </a:extLst>
          </p:cNvPr>
          <p:cNvSpPr>
            <a:spLocks noGrp="1"/>
          </p:cNvSpPr>
          <p:nvPr>
            <p:ph type="sldNum" sz="quarter" idx="12"/>
          </p:nvPr>
        </p:nvSpPr>
        <p:spPr/>
        <p:txBody>
          <a:bodyPr/>
          <a:lstStyle/>
          <a:p>
            <a:fld id="{E82E4326-4329-496D-A3DB-15E79C25C1EE}" type="slidenum">
              <a:rPr lang="en-US" smtClean="0"/>
              <a:t>‹#›</a:t>
            </a:fld>
            <a:endParaRPr lang="en-US"/>
          </a:p>
        </p:txBody>
      </p:sp>
    </p:spTree>
    <p:extLst>
      <p:ext uri="{BB962C8B-B14F-4D97-AF65-F5344CB8AC3E}">
        <p14:creationId xmlns:p14="http://schemas.microsoft.com/office/powerpoint/2010/main" val="840303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7D497-9D2B-B7FC-06D5-C859153339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53607A-54BC-9A48-24B7-B6544B08FF28}"/>
              </a:ext>
            </a:extLst>
          </p:cNvPr>
          <p:cNvSpPr>
            <a:spLocks noGrp="1"/>
          </p:cNvSpPr>
          <p:nvPr>
            <p:ph type="dt" sz="half" idx="10"/>
          </p:nvPr>
        </p:nvSpPr>
        <p:spPr/>
        <p:txBody>
          <a:bodyPr/>
          <a:lstStyle/>
          <a:p>
            <a:fld id="{B022D9D4-B78E-4BC8-9B8B-F1BB132768FC}" type="datetimeFigureOut">
              <a:rPr lang="en-US" smtClean="0"/>
              <a:t>1/28/2024</a:t>
            </a:fld>
            <a:endParaRPr lang="en-US"/>
          </a:p>
        </p:txBody>
      </p:sp>
      <p:sp>
        <p:nvSpPr>
          <p:cNvPr id="4" name="Footer Placeholder 3">
            <a:extLst>
              <a:ext uri="{FF2B5EF4-FFF2-40B4-BE49-F238E27FC236}">
                <a16:creationId xmlns:a16="http://schemas.microsoft.com/office/drawing/2014/main" id="{DAECE4FC-9C15-4A1E-2F2D-D1823510EA4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DF059C-2D54-8267-315F-1152F9B00791}"/>
              </a:ext>
            </a:extLst>
          </p:cNvPr>
          <p:cNvSpPr>
            <a:spLocks noGrp="1"/>
          </p:cNvSpPr>
          <p:nvPr>
            <p:ph type="sldNum" sz="quarter" idx="12"/>
          </p:nvPr>
        </p:nvSpPr>
        <p:spPr/>
        <p:txBody>
          <a:bodyPr/>
          <a:lstStyle/>
          <a:p>
            <a:fld id="{E82E4326-4329-496D-A3DB-15E79C25C1EE}" type="slidenum">
              <a:rPr lang="en-US" smtClean="0"/>
              <a:t>‹#›</a:t>
            </a:fld>
            <a:endParaRPr lang="en-US"/>
          </a:p>
        </p:txBody>
      </p:sp>
    </p:spTree>
    <p:extLst>
      <p:ext uri="{BB962C8B-B14F-4D97-AF65-F5344CB8AC3E}">
        <p14:creationId xmlns:p14="http://schemas.microsoft.com/office/powerpoint/2010/main" val="3858622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FCB898-2380-B02A-91FB-6678A95F7931}"/>
              </a:ext>
            </a:extLst>
          </p:cNvPr>
          <p:cNvSpPr>
            <a:spLocks noGrp="1"/>
          </p:cNvSpPr>
          <p:nvPr>
            <p:ph type="dt" sz="half" idx="10"/>
          </p:nvPr>
        </p:nvSpPr>
        <p:spPr/>
        <p:txBody>
          <a:bodyPr/>
          <a:lstStyle/>
          <a:p>
            <a:fld id="{B022D9D4-B78E-4BC8-9B8B-F1BB132768FC}" type="datetimeFigureOut">
              <a:rPr lang="en-US" smtClean="0"/>
              <a:t>1/28/2024</a:t>
            </a:fld>
            <a:endParaRPr lang="en-US"/>
          </a:p>
        </p:txBody>
      </p:sp>
      <p:sp>
        <p:nvSpPr>
          <p:cNvPr id="3" name="Footer Placeholder 2">
            <a:extLst>
              <a:ext uri="{FF2B5EF4-FFF2-40B4-BE49-F238E27FC236}">
                <a16:creationId xmlns:a16="http://schemas.microsoft.com/office/drawing/2014/main" id="{D7174D1D-65EB-64BA-A553-AB9E733F49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3AEC079-C269-8C12-9E0F-C468A35CB585}"/>
              </a:ext>
            </a:extLst>
          </p:cNvPr>
          <p:cNvSpPr>
            <a:spLocks noGrp="1"/>
          </p:cNvSpPr>
          <p:nvPr>
            <p:ph type="sldNum" sz="quarter" idx="12"/>
          </p:nvPr>
        </p:nvSpPr>
        <p:spPr/>
        <p:txBody>
          <a:bodyPr/>
          <a:lstStyle/>
          <a:p>
            <a:fld id="{E82E4326-4329-496D-A3DB-15E79C25C1EE}" type="slidenum">
              <a:rPr lang="en-US" smtClean="0"/>
              <a:t>‹#›</a:t>
            </a:fld>
            <a:endParaRPr lang="en-US"/>
          </a:p>
        </p:txBody>
      </p:sp>
    </p:spTree>
    <p:extLst>
      <p:ext uri="{BB962C8B-B14F-4D97-AF65-F5344CB8AC3E}">
        <p14:creationId xmlns:p14="http://schemas.microsoft.com/office/powerpoint/2010/main" val="3285860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0412F-2407-1E5A-ADA3-C38C88BAE4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55C605C-F1C9-B885-EC79-976B1BD30F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A4A0FE-507C-1525-2F8A-17503B5497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1E5AB6-3F79-E64F-20A4-F99EE259C78C}"/>
              </a:ext>
            </a:extLst>
          </p:cNvPr>
          <p:cNvSpPr>
            <a:spLocks noGrp="1"/>
          </p:cNvSpPr>
          <p:nvPr>
            <p:ph type="dt" sz="half" idx="10"/>
          </p:nvPr>
        </p:nvSpPr>
        <p:spPr/>
        <p:txBody>
          <a:bodyPr/>
          <a:lstStyle/>
          <a:p>
            <a:fld id="{B022D9D4-B78E-4BC8-9B8B-F1BB132768FC}" type="datetimeFigureOut">
              <a:rPr lang="en-US" smtClean="0"/>
              <a:t>1/28/2024</a:t>
            </a:fld>
            <a:endParaRPr lang="en-US"/>
          </a:p>
        </p:txBody>
      </p:sp>
      <p:sp>
        <p:nvSpPr>
          <p:cNvPr id="6" name="Footer Placeholder 5">
            <a:extLst>
              <a:ext uri="{FF2B5EF4-FFF2-40B4-BE49-F238E27FC236}">
                <a16:creationId xmlns:a16="http://schemas.microsoft.com/office/drawing/2014/main" id="{8C82ADDD-38FF-8D09-2D95-A5926B884A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A13A8A-3FE2-C810-FD23-F7A8AA7ECCF8}"/>
              </a:ext>
            </a:extLst>
          </p:cNvPr>
          <p:cNvSpPr>
            <a:spLocks noGrp="1"/>
          </p:cNvSpPr>
          <p:nvPr>
            <p:ph type="sldNum" sz="quarter" idx="12"/>
          </p:nvPr>
        </p:nvSpPr>
        <p:spPr/>
        <p:txBody>
          <a:bodyPr/>
          <a:lstStyle/>
          <a:p>
            <a:fld id="{E82E4326-4329-496D-A3DB-15E79C25C1EE}" type="slidenum">
              <a:rPr lang="en-US" smtClean="0"/>
              <a:t>‹#›</a:t>
            </a:fld>
            <a:endParaRPr lang="en-US"/>
          </a:p>
        </p:txBody>
      </p:sp>
    </p:spTree>
    <p:extLst>
      <p:ext uri="{BB962C8B-B14F-4D97-AF65-F5344CB8AC3E}">
        <p14:creationId xmlns:p14="http://schemas.microsoft.com/office/powerpoint/2010/main" val="2820177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54CE5-216A-99F5-C740-C8B682DCBD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F2257AD-209D-09BA-3D2E-62D8813233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7DBF2E0-96A1-1818-F493-B1BC2C6410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E7D614-1D43-8B13-8EF3-0C36305BD2CD}"/>
              </a:ext>
            </a:extLst>
          </p:cNvPr>
          <p:cNvSpPr>
            <a:spLocks noGrp="1"/>
          </p:cNvSpPr>
          <p:nvPr>
            <p:ph type="dt" sz="half" idx="10"/>
          </p:nvPr>
        </p:nvSpPr>
        <p:spPr/>
        <p:txBody>
          <a:bodyPr/>
          <a:lstStyle/>
          <a:p>
            <a:fld id="{B022D9D4-B78E-4BC8-9B8B-F1BB132768FC}" type="datetimeFigureOut">
              <a:rPr lang="en-US" smtClean="0"/>
              <a:t>1/28/2024</a:t>
            </a:fld>
            <a:endParaRPr lang="en-US"/>
          </a:p>
        </p:txBody>
      </p:sp>
      <p:sp>
        <p:nvSpPr>
          <p:cNvPr id="6" name="Footer Placeholder 5">
            <a:extLst>
              <a:ext uri="{FF2B5EF4-FFF2-40B4-BE49-F238E27FC236}">
                <a16:creationId xmlns:a16="http://schemas.microsoft.com/office/drawing/2014/main" id="{F81CB65F-7609-CDE9-44ED-02CAAB13BB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FB8EC9-F202-41EC-B29D-0791C36CDA90}"/>
              </a:ext>
            </a:extLst>
          </p:cNvPr>
          <p:cNvSpPr>
            <a:spLocks noGrp="1"/>
          </p:cNvSpPr>
          <p:nvPr>
            <p:ph type="sldNum" sz="quarter" idx="12"/>
          </p:nvPr>
        </p:nvSpPr>
        <p:spPr/>
        <p:txBody>
          <a:bodyPr/>
          <a:lstStyle/>
          <a:p>
            <a:fld id="{E82E4326-4329-496D-A3DB-15E79C25C1EE}" type="slidenum">
              <a:rPr lang="en-US" smtClean="0"/>
              <a:t>‹#›</a:t>
            </a:fld>
            <a:endParaRPr lang="en-US"/>
          </a:p>
        </p:txBody>
      </p:sp>
    </p:spTree>
    <p:extLst>
      <p:ext uri="{BB962C8B-B14F-4D97-AF65-F5344CB8AC3E}">
        <p14:creationId xmlns:p14="http://schemas.microsoft.com/office/powerpoint/2010/main" val="3710702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1AEA6-FFB3-BCDD-46B5-17BADF490E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D1C2BA-74AE-A00B-B0A8-90F35874BF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4C3C7A-614A-649B-C007-ABA712071C60}"/>
              </a:ext>
            </a:extLst>
          </p:cNvPr>
          <p:cNvSpPr>
            <a:spLocks noGrp="1"/>
          </p:cNvSpPr>
          <p:nvPr>
            <p:ph type="dt" sz="half" idx="10"/>
          </p:nvPr>
        </p:nvSpPr>
        <p:spPr/>
        <p:txBody>
          <a:bodyPr/>
          <a:lstStyle/>
          <a:p>
            <a:fld id="{B022D9D4-B78E-4BC8-9B8B-F1BB132768FC}" type="datetimeFigureOut">
              <a:rPr lang="en-US" smtClean="0"/>
              <a:t>1/28/2024</a:t>
            </a:fld>
            <a:endParaRPr lang="en-US"/>
          </a:p>
        </p:txBody>
      </p:sp>
      <p:sp>
        <p:nvSpPr>
          <p:cNvPr id="5" name="Footer Placeholder 4">
            <a:extLst>
              <a:ext uri="{FF2B5EF4-FFF2-40B4-BE49-F238E27FC236}">
                <a16:creationId xmlns:a16="http://schemas.microsoft.com/office/drawing/2014/main" id="{C56DEE07-4727-5300-9798-29E31B56AE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BBFCF9-9889-4E6D-2214-1F8C84DA86A7}"/>
              </a:ext>
            </a:extLst>
          </p:cNvPr>
          <p:cNvSpPr>
            <a:spLocks noGrp="1"/>
          </p:cNvSpPr>
          <p:nvPr>
            <p:ph type="sldNum" sz="quarter" idx="12"/>
          </p:nvPr>
        </p:nvSpPr>
        <p:spPr/>
        <p:txBody>
          <a:bodyPr/>
          <a:lstStyle/>
          <a:p>
            <a:fld id="{E82E4326-4329-496D-A3DB-15E79C25C1EE}" type="slidenum">
              <a:rPr lang="en-US" smtClean="0"/>
              <a:t>‹#›</a:t>
            </a:fld>
            <a:endParaRPr lang="en-US"/>
          </a:p>
        </p:txBody>
      </p:sp>
    </p:spTree>
    <p:extLst>
      <p:ext uri="{BB962C8B-B14F-4D97-AF65-F5344CB8AC3E}">
        <p14:creationId xmlns:p14="http://schemas.microsoft.com/office/powerpoint/2010/main" val="3154777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DB3C9D-B11F-72DA-20FB-1DB96F1202F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5CC6D0-8379-5C47-BEB9-CD9EC940E7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A4A5B1-73E1-64F1-4A27-F7D22343FDF9}"/>
              </a:ext>
            </a:extLst>
          </p:cNvPr>
          <p:cNvSpPr>
            <a:spLocks noGrp="1"/>
          </p:cNvSpPr>
          <p:nvPr>
            <p:ph type="dt" sz="half" idx="10"/>
          </p:nvPr>
        </p:nvSpPr>
        <p:spPr/>
        <p:txBody>
          <a:bodyPr/>
          <a:lstStyle/>
          <a:p>
            <a:fld id="{B022D9D4-B78E-4BC8-9B8B-F1BB132768FC}" type="datetimeFigureOut">
              <a:rPr lang="en-US" smtClean="0"/>
              <a:t>1/28/2024</a:t>
            </a:fld>
            <a:endParaRPr lang="en-US"/>
          </a:p>
        </p:txBody>
      </p:sp>
      <p:sp>
        <p:nvSpPr>
          <p:cNvPr id="5" name="Footer Placeholder 4">
            <a:extLst>
              <a:ext uri="{FF2B5EF4-FFF2-40B4-BE49-F238E27FC236}">
                <a16:creationId xmlns:a16="http://schemas.microsoft.com/office/drawing/2014/main" id="{64EF161E-A81F-B735-F74D-DB2BC8530D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880BE8-49B3-7C53-4D22-8DB83BC737C1}"/>
              </a:ext>
            </a:extLst>
          </p:cNvPr>
          <p:cNvSpPr>
            <a:spLocks noGrp="1"/>
          </p:cNvSpPr>
          <p:nvPr>
            <p:ph type="sldNum" sz="quarter" idx="12"/>
          </p:nvPr>
        </p:nvSpPr>
        <p:spPr/>
        <p:txBody>
          <a:bodyPr/>
          <a:lstStyle/>
          <a:p>
            <a:fld id="{E82E4326-4329-496D-A3DB-15E79C25C1EE}" type="slidenum">
              <a:rPr lang="en-US" smtClean="0"/>
              <a:t>‹#›</a:t>
            </a:fld>
            <a:endParaRPr lang="en-US"/>
          </a:p>
        </p:txBody>
      </p:sp>
    </p:spTree>
    <p:extLst>
      <p:ext uri="{BB962C8B-B14F-4D97-AF65-F5344CB8AC3E}">
        <p14:creationId xmlns:p14="http://schemas.microsoft.com/office/powerpoint/2010/main" val="40485288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page + Client Logo+Relationship Logo">
    <p:spTree>
      <p:nvGrpSpPr>
        <p:cNvPr id="1" name=""/>
        <p:cNvGrpSpPr/>
        <p:nvPr/>
      </p:nvGrpSpPr>
      <p:grpSpPr>
        <a:xfrm>
          <a:off x="0" y="0"/>
          <a:ext cx="0" cy="0"/>
          <a:chOff x="0" y="0"/>
          <a:chExt cx="0" cy="0"/>
        </a:xfrm>
      </p:grpSpPr>
      <p:sp>
        <p:nvSpPr>
          <p:cNvPr id="13" name="Parallelogram 12">
            <a:extLst>
              <a:ext uri="{FF2B5EF4-FFF2-40B4-BE49-F238E27FC236}">
                <a16:creationId xmlns:a16="http://schemas.microsoft.com/office/drawing/2014/main" id="{4B018225-481B-4A95-924C-3B614E0060BB}"/>
              </a:ext>
            </a:extLst>
          </p:cNvPr>
          <p:cNvSpPr/>
          <p:nvPr userDrawn="1"/>
        </p:nvSpPr>
        <p:spPr>
          <a:xfrm>
            <a:off x="9989575" y="4655343"/>
            <a:ext cx="1883338" cy="1735625"/>
          </a:xfrm>
          <a:prstGeom prst="parallelogram">
            <a:avLst/>
          </a:prstGeom>
          <a:solidFill>
            <a:srgbClr val="A410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21">
            <a:extLst>
              <a:ext uri="{FF2B5EF4-FFF2-40B4-BE49-F238E27FC236}">
                <a16:creationId xmlns:a16="http://schemas.microsoft.com/office/drawing/2014/main" id="{80C76747-9A63-40E6-BBCB-340DD5D5F815}"/>
              </a:ext>
            </a:extLst>
          </p:cNvPr>
          <p:cNvSpPr>
            <a:spLocks noGrp="1"/>
          </p:cNvSpPr>
          <p:nvPr>
            <p:ph type="pic" sz="quarter" idx="12"/>
          </p:nvPr>
        </p:nvSpPr>
        <p:spPr>
          <a:xfrm>
            <a:off x="4236721" y="0"/>
            <a:ext cx="7955279" cy="6858000"/>
          </a:xfrm>
          <a:prstGeom prst="parallelogram">
            <a:avLst/>
          </a:prstGeom>
        </p:spPr>
        <p:txBody>
          <a:bodyPr/>
          <a:lstStyle>
            <a:lvl1pPr algn="l">
              <a:defRPr/>
            </a:lvl1pPr>
          </a:lstStyle>
          <a:p>
            <a:r>
              <a:rPr lang="en-US"/>
              <a:t>Click icon to add picture</a:t>
            </a:r>
            <a:endParaRPr lang="en-US" dirty="0"/>
          </a:p>
        </p:txBody>
      </p:sp>
      <p:sp>
        <p:nvSpPr>
          <p:cNvPr id="8" name="Picture Placeholder 26">
            <a:extLst>
              <a:ext uri="{FF2B5EF4-FFF2-40B4-BE49-F238E27FC236}">
                <a16:creationId xmlns:a16="http://schemas.microsoft.com/office/drawing/2014/main" id="{54D2F146-2110-4D2B-8862-F37F1FA891D9}"/>
              </a:ext>
            </a:extLst>
          </p:cNvPr>
          <p:cNvSpPr>
            <a:spLocks noGrp="1"/>
          </p:cNvSpPr>
          <p:nvPr>
            <p:ph type="pic" sz="quarter" idx="17"/>
          </p:nvPr>
        </p:nvSpPr>
        <p:spPr>
          <a:xfrm>
            <a:off x="9478298" y="4144066"/>
            <a:ext cx="1966912" cy="1872226"/>
          </a:xfrm>
          <a:prstGeom prst="parallelogram">
            <a:avLst/>
          </a:prstGeom>
          <a:blipFill>
            <a:blip r:embed="rId2"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defRPr lang="en-US" sz="1800" dirty="0"/>
            </a:lvl1pPr>
          </a:lstStyle>
          <a:p>
            <a:pPr marL="0" lvl="0" indent="0" algn="ctr" fontAlgn="auto">
              <a:spcBef>
                <a:spcPts val="0"/>
              </a:spcBef>
              <a:spcAft>
                <a:spcPts val="0"/>
              </a:spcAft>
              <a:buNone/>
            </a:pPr>
            <a:r>
              <a:rPr lang="en-US"/>
              <a:t>Click icon to add picture</a:t>
            </a:r>
            <a:endParaRPr lang="en-US" dirty="0"/>
          </a:p>
        </p:txBody>
      </p:sp>
      <p:sp>
        <p:nvSpPr>
          <p:cNvPr id="9" name="Picture Placeholder 41">
            <a:extLst>
              <a:ext uri="{FF2B5EF4-FFF2-40B4-BE49-F238E27FC236}">
                <a16:creationId xmlns:a16="http://schemas.microsoft.com/office/drawing/2014/main" id="{A503F355-8C7E-4015-905D-92C12C0CCEC3}"/>
              </a:ext>
            </a:extLst>
          </p:cNvPr>
          <p:cNvSpPr>
            <a:spLocks noGrp="1"/>
          </p:cNvSpPr>
          <p:nvPr>
            <p:ph type="pic" sz="quarter" idx="19"/>
          </p:nvPr>
        </p:nvSpPr>
        <p:spPr>
          <a:xfrm>
            <a:off x="0" y="1532762"/>
            <a:ext cx="8081818" cy="2970976"/>
          </a:xfrm>
          <a:custGeom>
            <a:avLst/>
            <a:gdLst>
              <a:gd name="connsiteX0" fmla="*/ 0 w 8081818"/>
              <a:gd name="connsiteY0" fmla="*/ 2970976 h 2970976"/>
              <a:gd name="connsiteX1" fmla="*/ 742744 w 8081818"/>
              <a:gd name="connsiteY1" fmla="*/ 0 h 2970976"/>
              <a:gd name="connsiteX2" fmla="*/ 8081818 w 8081818"/>
              <a:gd name="connsiteY2" fmla="*/ 0 h 2970976"/>
              <a:gd name="connsiteX3" fmla="*/ 7339074 w 8081818"/>
              <a:gd name="connsiteY3" fmla="*/ 2970976 h 2970976"/>
              <a:gd name="connsiteX4" fmla="*/ 0 w 8081818"/>
              <a:gd name="connsiteY4" fmla="*/ 2970976 h 2970976"/>
              <a:gd name="connsiteX0" fmla="*/ 0 w 8081818"/>
              <a:gd name="connsiteY0" fmla="*/ 2970976 h 2970976"/>
              <a:gd name="connsiteX1" fmla="*/ 872 w 8081818"/>
              <a:gd name="connsiteY1" fmla="*/ 25879 h 2970976"/>
              <a:gd name="connsiteX2" fmla="*/ 8081818 w 8081818"/>
              <a:gd name="connsiteY2" fmla="*/ 0 h 2970976"/>
              <a:gd name="connsiteX3" fmla="*/ 7339074 w 8081818"/>
              <a:gd name="connsiteY3" fmla="*/ 2970976 h 2970976"/>
              <a:gd name="connsiteX4" fmla="*/ 0 w 8081818"/>
              <a:gd name="connsiteY4" fmla="*/ 2970976 h 297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1818" h="2970976">
                <a:moveTo>
                  <a:pt x="0" y="2970976"/>
                </a:moveTo>
                <a:cubicBezTo>
                  <a:pt x="291" y="1989277"/>
                  <a:pt x="581" y="1007578"/>
                  <a:pt x="872" y="25879"/>
                </a:cubicBezTo>
                <a:lnTo>
                  <a:pt x="8081818" y="0"/>
                </a:lnTo>
                <a:lnTo>
                  <a:pt x="7339074" y="2970976"/>
                </a:lnTo>
                <a:lnTo>
                  <a:pt x="0" y="2970976"/>
                </a:lnTo>
                <a:close/>
              </a:path>
            </a:pathLst>
          </a:custGeom>
          <a:solidFill>
            <a:srgbClr val="A41053"/>
          </a:solidFill>
        </p:spPr>
        <p:txBody>
          <a:bodyPr/>
          <a:lstStyle>
            <a:lvl1pPr>
              <a:defRPr>
                <a:solidFill>
                  <a:srgbClr val="A41053"/>
                </a:solidFill>
              </a:defRPr>
            </a:lvl1pPr>
          </a:lstStyle>
          <a:p>
            <a:r>
              <a:rPr lang="en-US"/>
              <a:t>Click icon to add picture</a:t>
            </a:r>
            <a:endParaRPr lang="en-US" dirty="0"/>
          </a:p>
        </p:txBody>
      </p:sp>
      <p:sp>
        <p:nvSpPr>
          <p:cNvPr id="11" name="Text Placeholder 16">
            <a:extLst>
              <a:ext uri="{FF2B5EF4-FFF2-40B4-BE49-F238E27FC236}">
                <a16:creationId xmlns:a16="http://schemas.microsoft.com/office/drawing/2014/main" id="{AFF201C3-D496-40D7-9B9F-4533EE9528C5}"/>
              </a:ext>
            </a:extLst>
          </p:cNvPr>
          <p:cNvSpPr>
            <a:spLocks noGrp="1"/>
          </p:cNvSpPr>
          <p:nvPr>
            <p:ph type="body" sz="quarter" idx="20" hasCustomPrompt="1"/>
          </p:nvPr>
        </p:nvSpPr>
        <p:spPr>
          <a:xfrm>
            <a:off x="115271" y="2225675"/>
            <a:ext cx="6807201" cy="914400"/>
          </a:xfrm>
        </p:spPr>
        <p:txBody>
          <a:bodyPr anchor="b">
            <a:normAutofit/>
          </a:bodyPr>
          <a:lstStyle>
            <a:lvl1pPr marL="0" indent="0">
              <a:buNone/>
              <a:defRPr sz="4800" b="0">
                <a:solidFill>
                  <a:schemeClr val="bg1"/>
                </a:solidFill>
                <a:latin typeface="Calibri Light" panose="020F0302020204030204" pitchFamily="34" charset="0"/>
              </a:defRPr>
            </a:lvl1pPr>
          </a:lstStyle>
          <a:p>
            <a:pPr lvl="0"/>
            <a:r>
              <a:rPr lang="en-US" dirty="0"/>
              <a:t>Text</a:t>
            </a:r>
          </a:p>
        </p:txBody>
      </p:sp>
      <p:sp>
        <p:nvSpPr>
          <p:cNvPr id="12" name="Text Placeholder 16">
            <a:extLst>
              <a:ext uri="{FF2B5EF4-FFF2-40B4-BE49-F238E27FC236}">
                <a16:creationId xmlns:a16="http://schemas.microsoft.com/office/drawing/2014/main" id="{734CF9CB-5EDA-4CEB-BB79-3CD1A22704B2}"/>
              </a:ext>
            </a:extLst>
          </p:cNvPr>
          <p:cNvSpPr>
            <a:spLocks noGrp="1"/>
          </p:cNvSpPr>
          <p:nvPr>
            <p:ph type="body" sz="quarter" idx="21" hasCustomPrompt="1"/>
          </p:nvPr>
        </p:nvSpPr>
        <p:spPr>
          <a:xfrm>
            <a:off x="115271" y="3353818"/>
            <a:ext cx="3168073" cy="406111"/>
          </a:xfrm>
        </p:spPr>
        <p:txBody>
          <a:bodyPr anchor="b">
            <a:normAutofit/>
          </a:bodyPr>
          <a:lstStyle>
            <a:lvl1pPr marL="0" indent="0">
              <a:buNone/>
              <a:defRPr sz="2000">
                <a:solidFill>
                  <a:schemeClr val="bg1"/>
                </a:solidFill>
                <a:latin typeface="+mn-lt"/>
              </a:defRPr>
            </a:lvl1pPr>
          </a:lstStyle>
          <a:p>
            <a:pPr lvl="0"/>
            <a:r>
              <a:rPr lang="en-US" dirty="0"/>
              <a:t>Date</a:t>
            </a:r>
          </a:p>
        </p:txBody>
      </p:sp>
      <p:cxnSp>
        <p:nvCxnSpPr>
          <p:cNvPr id="15" name="Straight Connector 14">
            <a:extLst>
              <a:ext uri="{FF2B5EF4-FFF2-40B4-BE49-F238E27FC236}">
                <a16:creationId xmlns:a16="http://schemas.microsoft.com/office/drawing/2014/main" id="{CF4990F5-20FF-4869-B8B2-590018C7E348}"/>
              </a:ext>
            </a:extLst>
          </p:cNvPr>
          <p:cNvCxnSpPr/>
          <p:nvPr userDrawn="1"/>
        </p:nvCxnSpPr>
        <p:spPr>
          <a:xfrm>
            <a:off x="2890345" y="198757"/>
            <a:ext cx="0" cy="1144588"/>
          </a:xfrm>
          <a:prstGeom prst="line">
            <a:avLst/>
          </a:prstGeom>
        </p:spPr>
        <p:style>
          <a:lnRef idx="1">
            <a:schemeClr val="accent1"/>
          </a:lnRef>
          <a:fillRef idx="0">
            <a:schemeClr val="accent1"/>
          </a:fillRef>
          <a:effectRef idx="0">
            <a:schemeClr val="accent1"/>
          </a:effectRef>
          <a:fontRef idx="minor">
            <a:schemeClr val="tx1"/>
          </a:fontRef>
        </p:style>
      </p:cxnSp>
      <p:sp>
        <p:nvSpPr>
          <p:cNvPr id="16" name="Picture Placeholder 52">
            <a:extLst>
              <a:ext uri="{FF2B5EF4-FFF2-40B4-BE49-F238E27FC236}">
                <a16:creationId xmlns:a16="http://schemas.microsoft.com/office/drawing/2014/main" id="{A11FBD97-5683-4CC6-A3C3-08A632C70372}"/>
              </a:ext>
            </a:extLst>
          </p:cNvPr>
          <p:cNvSpPr>
            <a:spLocks noGrp="1"/>
          </p:cNvSpPr>
          <p:nvPr>
            <p:ph type="pic" sz="quarter" idx="25" hasCustomPrompt="1"/>
          </p:nvPr>
        </p:nvSpPr>
        <p:spPr>
          <a:xfrm>
            <a:off x="2974019" y="198438"/>
            <a:ext cx="2628269" cy="1144587"/>
          </a:xfrm>
        </p:spPr>
        <p:txBody>
          <a:bodyPr wrap="none" lIns="0" tIns="0" rIns="0" bIns="0">
            <a:normAutofit/>
          </a:bodyPr>
          <a:lstStyle>
            <a:lvl1pPr marL="0" indent="0">
              <a:buNone/>
              <a:defRPr sz="1800"/>
            </a:lvl1pPr>
          </a:lstStyle>
          <a:p>
            <a:r>
              <a:rPr lang="en-US" dirty="0"/>
              <a:t> Client Logo</a:t>
            </a:r>
          </a:p>
        </p:txBody>
      </p:sp>
      <p:sp>
        <p:nvSpPr>
          <p:cNvPr id="17" name="Picture Placeholder 52">
            <a:extLst>
              <a:ext uri="{FF2B5EF4-FFF2-40B4-BE49-F238E27FC236}">
                <a16:creationId xmlns:a16="http://schemas.microsoft.com/office/drawing/2014/main" id="{14B441C5-140F-480B-9B81-6F305B47C22E}"/>
              </a:ext>
            </a:extLst>
          </p:cNvPr>
          <p:cNvSpPr>
            <a:spLocks noGrp="1"/>
          </p:cNvSpPr>
          <p:nvPr>
            <p:ph type="pic" sz="quarter" idx="26" hasCustomPrompt="1"/>
          </p:nvPr>
        </p:nvSpPr>
        <p:spPr>
          <a:xfrm>
            <a:off x="115271" y="4781650"/>
            <a:ext cx="4121450" cy="1445530"/>
          </a:xfrm>
        </p:spPr>
        <p:txBody>
          <a:bodyPr wrap="none" lIns="0" tIns="0" rIns="0" bIns="0">
            <a:normAutofit/>
          </a:bodyPr>
          <a:lstStyle>
            <a:lvl1pPr marL="0" indent="0">
              <a:buNone/>
              <a:defRPr sz="1800"/>
            </a:lvl1pPr>
          </a:lstStyle>
          <a:p>
            <a:r>
              <a:rPr lang="en-US" dirty="0"/>
              <a:t>Relationship Logo</a:t>
            </a:r>
          </a:p>
        </p:txBody>
      </p:sp>
      <p:pic>
        <p:nvPicPr>
          <p:cNvPr id="14" name="Picture 13" descr="A close up of a sign&#10;&#10;Description automatically generated">
            <a:extLst>
              <a:ext uri="{FF2B5EF4-FFF2-40B4-BE49-F238E27FC236}">
                <a16:creationId xmlns:a16="http://schemas.microsoft.com/office/drawing/2014/main" id="{E4B610A4-C8BD-41E1-84D9-0C05761EBAA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5271" y="198438"/>
            <a:ext cx="2798494" cy="1129793"/>
          </a:xfrm>
          <a:prstGeom prst="rect">
            <a:avLst/>
          </a:prstGeom>
        </p:spPr>
      </p:pic>
    </p:spTree>
    <p:extLst>
      <p:ext uri="{BB962C8B-B14F-4D97-AF65-F5344CB8AC3E}">
        <p14:creationId xmlns:p14="http://schemas.microsoft.com/office/powerpoint/2010/main" val="27826534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Boiler Plate">
    <p:spTree>
      <p:nvGrpSpPr>
        <p:cNvPr id="1" name=""/>
        <p:cNvGrpSpPr/>
        <p:nvPr/>
      </p:nvGrpSpPr>
      <p:grpSpPr>
        <a:xfrm>
          <a:off x="0" y="0"/>
          <a:ext cx="0" cy="0"/>
          <a:chOff x="0" y="0"/>
          <a:chExt cx="0" cy="0"/>
        </a:xfrm>
      </p:grpSpPr>
      <p:pic>
        <p:nvPicPr>
          <p:cNvPr id="10" name="Picture 9" descr="A close up of a device&#10;&#10;Description automatically generated">
            <a:extLst>
              <a:ext uri="{FF2B5EF4-FFF2-40B4-BE49-F238E27FC236}">
                <a16:creationId xmlns:a16="http://schemas.microsoft.com/office/drawing/2014/main" id="{A4631228-6B5F-42C6-B3E8-9E1AF59331A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359"/>
            <a:ext cx="12192000" cy="6845281"/>
          </a:xfrm>
          <a:prstGeom prst="rect">
            <a:avLst/>
          </a:prstGeom>
        </p:spPr>
      </p:pic>
      <p:pic>
        <p:nvPicPr>
          <p:cNvPr id="15" name="Picture 14" descr="A close up of a sign&#10;&#10;Description automatically generated">
            <a:extLst>
              <a:ext uri="{FF2B5EF4-FFF2-40B4-BE49-F238E27FC236}">
                <a16:creationId xmlns:a16="http://schemas.microsoft.com/office/drawing/2014/main" id="{C3FE614F-B2D0-41F6-9E7C-641B27BCEAC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51510" y="217436"/>
            <a:ext cx="2644317" cy="1067549"/>
          </a:xfrm>
          <a:prstGeom prst="rect">
            <a:avLst/>
          </a:prstGeom>
        </p:spPr>
      </p:pic>
      <p:sp>
        <p:nvSpPr>
          <p:cNvPr id="14" name="TextBox 13">
            <a:extLst>
              <a:ext uri="{FF2B5EF4-FFF2-40B4-BE49-F238E27FC236}">
                <a16:creationId xmlns:a16="http://schemas.microsoft.com/office/drawing/2014/main" id="{FA17CC7D-5CE6-4F0B-BBBE-409F8B601BB2}"/>
              </a:ext>
            </a:extLst>
          </p:cNvPr>
          <p:cNvSpPr txBox="1"/>
          <p:nvPr userDrawn="1"/>
        </p:nvSpPr>
        <p:spPr>
          <a:xfrm>
            <a:off x="4451510" y="1581115"/>
            <a:ext cx="3924521" cy="523220"/>
          </a:xfrm>
          <a:prstGeom prst="rect">
            <a:avLst/>
          </a:prstGeom>
          <a:noFill/>
          <a:effectLst/>
        </p:spPr>
        <p:txBody>
          <a:bodyPr wrap="square" rtlCol="0">
            <a:spAutoFit/>
          </a:bodyPr>
          <a:lstStyle/>
          <a:p>
            <a:r>
              <a:rPr lang="en-US" sz="2800" b="0" dirty="0">
                <a:solidFill>
                  <a:srgbClr val="BC1A6F"/>
                </a:solidFill>
                <a:effectLst/>
                <a:latin typeface="+mn-lt"/>
              </a:rPr>
              <a:t>THANK YOU</a:t>
            </a:r>
          </a:p>
        </p:txBody>
      </p:sp>
      <p:sp>
        <p:nvSpPr>
          <p:cNvPr id="6" name="TextBox 5">
            <a:extLst>
              <a:ext uri="{FF2B5EF4-FFF2-40B4-BE49-F238E27FC236}">
                <a16:creationId xmlns:a16="http://schemas.microsoft.com/office/drawing/2014/main" id="{607B08AF-0FA4-4300-8A48-0FFBA75C15B2}"/>
              </a:ext>
            </a:extLst>
          </p:cNvPr>
          <p:cNvSpPr txBox="1"/>
          <p:nvPr userDrawn="1"/>
        </p:nvSpPr>
        <p:spPr>
          <a:xfrm>
            <a:off x="4451510" y="4145910"/>
            <a:ext cx="7336314" cy="1292662"/>
          </a:xfrm>
          <a:prstGeom prst="rect">
            <a:avLst/>
          </a:prstGeom>
          <a:noFill/>
        </p:spPr>
        <p:txBody>
          <a:bodyPr wrap="square" rtlCol="0">
            <a:spAutoFit/>
          </a:bodyPr>
          <a:lstStyle/>
          <a:p>
            <a:pPr marL="0" marR="0" indent="0" algn="just" defTabSz="1218529" rtl="0" eaLnBrk="1" fontAlgn="base" latinLnBrk="0" hangingPunct="1">
              <a:lnSpc>
                <a:spcPct val="100000"/>
              </a:lnSpc>
              <a:spcBef>
                <a:spcPct val="20000"/>
              </a:spcBef>
              <a:spcAft>
                <a:spcPct val="0"/>
              </a:spcAft>
              <a:buClrTx/>
              <a:buSzTx/>
              <a:buFont typeface="Arial" charset="0"/>
              <a:buNone/>
              <a:tabLst/>
              <a:defRPr/>
            </a:pPr>
            <a:r>
              <a:rPr lang="en-US" sz="1400" b="1" kern="1200" dirty="0">
                <a:solidFill>
                  <a:schemeClr val="tx1"/>
                </a:solidFill>
                <a:latin typeface="Calibri" panose="020F0502020204030204" pitchFamily="34" charset="0"/>
                <a:ea typeface="+mn-ea"/>
                <a:cs typeface="Calibri" panose="020F0502020204030204" pitchFamily="34" charset="0"/>
              </a:rPr>
              <a:t>Important Confidentiality Notice</a:t>
            </a:r>
          </a:p>
          <a:p>
            <a:pPr algn="just" eaLnBrk="1" hangingPunct="1">
              <a:spcBef>
                <a:spcPct val="20000"/>
              </a:spcBef>
              <a:buFont typeface="Arial" charset="0"/>
              <a:buNone/>
              <a:defRPr/>
            </a:pPr>
            <a:r>
              <a:rPr lang="en-US" sz="1000" dirty="0">
                <a:solidFill>
                  <a:schemeClr val="tx1"/>
                </a:solidFill>
                <a:latin typeface="Calibri" panose="020F0502020204030204" pitchFamily="34" charset="0"/>
                <a:ea typeface="ヒラギノ角ゴ Pro W3" charset="0"/>
                <a:cs typeface="Calibri" panose="020F0502020204030204" pitchFamily="34" charset="0"/>
              </a:rPr>
              <a:t>This document is the property of, and is proprietary to Mphasis, and identified as “Confidential”. Those parties to whom it is distributed shall exercise the same degree of custody and care afforded their own such information. It is not to be disclosed, in whole or in part to any third parties, without the express written authorization of Mphasis. It is not to be duplicated or used, in whole or in part, for any purpose other than the evaluation of, and response to, Mphasis’ proposal or bid, or the performance and execution of a contract awarded to Mphasis. This document will be returned to Mphasis upon request.</a:t>
            </a:r>
          </a:p>
          <a:p>
            <a:pPr algn="just"/>
            <a:endParaRPr lang="en-US" sz="1200" dirty="0">
              <a:solidFill>
                <a:schemeClr val="tx1"/>
              </a:solidFill>
            </a:endParaRPr>
          </a:p>
        </p:txBody>
      </p:sp>
    </p:spTree>
    <p:extLst>
      <p:ext uri="{BB962C8B-B14F-4D97-AF65-F5344CB8AC3E}">
        <p14:creationId xmlns:p14="http://schemas.microsoft.com/office/powerpoint/2010/main" val="40670253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5A9AB8-6938-1EDD-55AB-BE716A6CEA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5C26D1-15E5-B4BE-BF41-189CA9F803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C23018-C7E9-DBE8-5702-4881846207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22D9D4-B78E-4BC8-9B8B-F1BB132768FC}" type="datetimeFigureOut">
              <a:rPr lang="en-US" smtClean="0"/>
              <a:t>1/28/2024</a:t>
            </a:fld>
            <a:endParaRPr lang="en-US"/>
          </a:p>
        </p:txBody>
      </p:sp>
      <p:sp>
        <p:nvSpPr>
          <p:cNvPr id="5" name="Footer Placeholder 4">
            <a:extLst>
              <a:ext uri="{FF2B5EF4-FFF2-40B4-BE49-F238E27FC236}">
                <a16:creationId xmlns:a16="http://schemas.microsoft.com/office/drawing/2014/main" id="{F08C72A8-E64E-90EC-1341-1E2979D4CD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2F49863-1A4A-7905-EDE2-81A5742319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2E4326-4329-496D-A3DB-15E79C25C1EE}" type="slidenum">
              <a:rPr lang="en-US" smtClean="0"/>
              <a:t>‹#›</a:t>
            </a:fld>
            <a:endParaRPr lang="en-US"/>
          </a:p>
        </p:txBody>
      </p:sp>
    </p:spTree>
    <p:extLst>
      <p:ext uri="{BB962C8B-B14F-4D97-AF65-F5344CB8AC3E}">
        <p14:creationId xmlns:p14="http://schemas.microsoft.com/office/powerpoint/2010/main" val="39836686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kibana-nonprod.tools.fxi-svc.az.fxei.fedex.com/s/yos/" TargetMode="External"/><Relationship Id="rId2" Type="http://schemas.openxmlformats.org/officeDocument/2006/relationships/hyperlink" Target="https://kibana-prod-v8.tools.fxi-svc.az.fxei.fedex.com/s/yo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mphasis.com/home/our-approach.html" TargetMode="External"/><Relationship Id="rId2" Type="http://schemas.openxmlformats.org/officeDocument/2006/relationships/hyperlink" Target="http://www.mphasis.com/"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9" descr="A picture containing table, monitor, phone, star&#10;&#10;Description automatically generated">
            <a:extLst>
              <a:ext uri="{FF2B5EF4-FFF2-40B4-BE49-F238E27FC236}">
                <a16:creationId xmlns:a16="http://schemas.microsoft.com/office/drawing/2014/main" id="{0F98BA33-ABA8-4EA2-BAE3-83A7C5E36FD8}"/>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4238289" y="0"/>
            <a:ext cx="7955279" cy="6858000"/>
          </a:xfrm>
          <a:prstGeom prst="parallelogram">
            <a:avLst/>
          </a:prstGeom>
        </p:spPr>
      </p:pic>
      <p:sp>
        <p:nvSpPr>
          <p:cNvPr id="10" name="Rectangle 10">
            <a:extLst>
              <a:ext uri="{FF2B5EF4-FFF2-40B4-BE49-F238E27FC236}">
                <a16:creationId xmlns:a16="http://schemas.microsoft.com/office/drawing/2014/main" id="{527C4559-C5F9-4797-9721-9662FA93765A}"/>
              </a:ext>
            </a:extLst>
          </p:cNvPr>
          <p:cNvSpPr/>
          <p:nvPr/>
        </p:nvSpPr>
        <p:spPr>
          <a:xfrm>
            <a:off x="0" y="1405534"/>
            <a:ext cx="8087557" cy="2970976"/>
          </a:xfrm>
          <a:custGeom>
            <a:avLst/>
            <a:gdLst>
              <a:gd name="connsiteX0" fmla="*/ 0 w 7315200"/>
              <a:gd name="connsiteY0" fmla="*/ 0 h 2970976"/>
              <a:gd name="connsiteX1" fmla="*/ 7315200 w 7315200"/>
              <a:gd name="connsiteY1" fmla="*/ 0 h 2970976"/>
              <a:gd name="connsiteX2" fmla="*/ 7315200 w 7315200"/>
              <a:gd name="connsiteY2" fmla="*/ 2970976 h 2970976"/>
              <a:gd name="connsiteX3" fmla="*/ 0 w 7315200"/>
              <a:gd name="connsiteY3" fmla="*/ 2970976 h 2970976"/>
              <a:gd name="connsiteX4" fmla="*/ 0 w 7315200"/>
              <a:gd name="connsiteY4" fmla="*/ 0 h 2970976"/>
              <a:gd name="connsiteX0" fmla="*/ 0 w 8087557"/>
              <a:gd name="connsiteY0" fmla="*/ 0 h 2970976"/>
              <a:gd name="connsiteX1" fmla="*/ 8087557 w 8087557"/>
              <a:gd name="connsiteY1" fmla="*/ 0 h 2970976"/>
              <a:gd name="connsiteX2" fmla="*/ 7315200 w 8087557"/>
              <a:gd name="connsiteY2" fmla="*/ 2970976 h 2970976"/>
              <a:gd name="connsiteX3" fmla="*/ 0 w 8087557"/>
              <a:gd name="connsiteY3" fmla="*/ 2970976 h 2970976"/>
              <a:gd name="connsiteX4" fmla="*/ 0 w 8087557"/>
              <a:gd name="connsiteY4" fmla="*/ 0 h 297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7557" h="2970976">
                <a:moveTo>
                  <a:pt x="0" y="0"/>
                </a:moveTo>
                <a:lnTo>
                  <a:pt x="8087557" y="0"/>
                </a:lnTo>
                <a:lnTo>
                  <a:pt x="7315200" y="2970976"/>
                </a:lnTo>
                <a:lnTo>
                  <a:pt x="0" y="2970976"/>
                </a:lnTo>
                <a:lnTo>
                  <a:pt x="0" y="0"/>
                </a:lnTo>
                <a:close/>
              </a:path>
            </a:pathLst>
          </a:custGeom>
          <a:solidFill>
            <a:srgbClr val="A41053">
              <a:alpha val="9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3" name="Text Placeholder 12">
            <a:extLst>
              <a:ext uri="{FF2B5EF4-FFF2-40B4-BE49-F238E27FC236}">
                <a16:creationId xmlns:a16="http://schemas.microsoft.com/office/drawing/2014/main" id="{80F47138-B27D-4D95-AF07-6B2AE808B111}"/>
              </a:ext>
            </a:extLst>
          </p:cNvPr>
          <p:cNvSpPr>
            <a:spLocks noGrp="1"/>
          </p:cNvSpPr>
          <p:nvPr>
            <p:ph type="body" sz="quarter" idx="20"/>
          </p:nvPr>
        </p:nvSpPr>
        <p:spPr/>
        <p:txBody>
          <a:bodyPr>
            <a:normAutofit fontScale="85000" lnSpcReduction="10000"/>
          </a:bodyPr>
          <a:lstStyle/>
          <a:p>
            <a:r>
              <a:rPr lang="en-US" dirty="0"/>
              <a:t>Kibana Training Session - HSCC</a:t>
            </a:r>
            <a:endParaRPr lang="en-US" sz="3200" dirty="0"/>
          </a:p>
        </p:txBody>
      </p:sp>
      <p:pic>
        <p:nvPicPr>
          <p:cNvPr id="17" name="Picture Placeholder 23" descr="A picture containing table, monitor, phone, star&#10;&#10;Description automatically generated">
            <a:extLst>
              <a:ext uri="{FF2B5EF4-FFF2-40B4-BE49-F238E27FC236}">
                <a16:creationId xmlns:a16="http://schemas.microsoft.com/office/drawing/2014/main" id="{85686B02-2082-450F-B52F-827757B613DC}"/>
              </a:ext>
            </a:extLst>
          </p:cNvPr>
          <p:cNvPicPr>
            <a:picLocks noChangeAspect="1"/>
          </p:cNvPicPr>
          <p:nvPr/>
        </p:nvPicPr>
        <p:blipFill>
          <a:blip r:embed="rId3" cstate="screen">
            <a:extLst>
              <a:ext uri="{28A0092B-C50C-407E-A947-70E740481C1C}">
                <a14:useLocalDpi xmlns:a14="http://schemas.microsoft.com/office/drawing/2010/main"/>
              </a:ext>
            </a:extLst>
          </a:blip>
          <a:srcRect l="101" r="101"/>
          <a:stretch>
            <a:fillRect/>
          </a:stretch>
        </p:blipFill>
        <p:spPr>
          <a:xfrm>
            <a:off x="9478298" y="4144066"/>
            <a:ext cx="1966912" cy="1872226"/>
          </a:xfrm>
          <a:prstGeom prst="parallelogram">
            <a:avLst/>
          </a:prstGeom>
          <a:blipFill>
            <a:blip r:embed="rId4" cstate="screen">
              <a:extLst>
                <a:ext uri="{28A0092B-C50C-407E-A947-70E740481C1C}">
                  <a14:useLocalDpi xmlns:a14="http://schemas.microsoft.com/office/drawing/2010/main"/>
                </a:ext>
              </a:extLst>
            </a:blip>
            <a:stretch>
              <a:fillRect/>
            </a:stretch>
          </a:blipFill>
          <a:ln w="12700" cap="flat" cmpd="sng" algn="ctr">
            <a:noFill/>
            <a:prstDash val="solid"/>
            <a:miter lim="800000"/>
          </a:ln>
          <a:effectLst>
            <a:outerShdw blurRad="50800" dist="38100" dir="2700000" algn="tl" rotWithShape="0">
              <a:prstClr val="black">
                <a:alpha val="40000"/>
              </a:prstClr>
            </a:outerShdw>
          </a:effectLst>
        </p:spPr>
      </p:pic>
      <p:pic>
        <p:nvPicPr>
          <p:cNvPr id="2" name="Picture 1">
            <a:extLst>
              <a:ext uri="{FF2B5EF4-FFF2-40B4-BE49-F238E27FC236}">
                <a16:creationId xmlns:a16="http://schemas.microsoft.com/office/drawing/2014/main" id="{054723DB-AB89-4402-8E14-0DCEAF2465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89418" y="209252"/>
            <a:ext cx="2297742" cy="1126563"/>
          </a:xfrm>
          <a:prstGeom prst="rect">
            <a:avLst/>
          </a:prstGeom>
          <a:solidFill>
            <a:srgbClr val="9900CC"/>
          </a:solidFill>
        </p:spPr>
      </p:pic>
    </p:spTree>
    <p:extLst>
      <p:ext uri="{BB962C8B-B14F-4D97-AF65-F5344CB8AC3E}">
        <p14:creationId xmlns:p14="http://schemas.microsoft.com/office/powerpoint/2010/main" val="1636972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030A6-25D8-31C8-3EFB-DC69B1279C15}"/>
              </a:ext>
            </a:extLst>
          </p:cNvPr>
          <p:cNvSpPr>
            <a:spLocks noGrp="1"/>
          </p:cNvSpPr>
          <p:nvPr>
            <p:ph type="title"/>
          </p:nvPr>
        </p:nvSpPr>
        <p:spPr/>
        <p:txBody>
          <a:bodyPr/>
          <a:lstStyle/>
          <a:p>
            <a:r>
              <a:rPr lang="en-US" b="1" dirty="0"/>
              <a:t>Introduction</a:t>
            </a:r>
          </a:p>
        </p:txBody>
      </p:sp>
      <p:sp>
        <p:nvSpPr>
          <p:cNvPr id="3" name="Content Placeholder 2">
            <a:extLst>
              <a:ext uri="{FF2B5EF4-FFF2-40B4-BE49-F238E27FC236}">
                <a16:creationId xmlns:a16="http://schemas.microsoft.com/office/drawing/2014/main" id="{0535B875-B9A0-C4DA-9317-C730F8310074}"/>
              </a:ext>
            </a:extLst>
          </p:cNvPr>
          <p:cNvSpPr>
            <a:spLocks noGrp="1"/>
          </p:cNvSpPr>
          <p:nvPr>
            <p:ph idx="1"/>
          </p:nvPr>
        </p:nvSpPr>
        <p:spPr>
          <a:xfrm>
            <a:off x="613703" y="1722681"/>
            <a:ext cx="10964594" cy="4770194"/>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a:effectLst/>
        </p:spPr>
        <p:txBody>
          <a:bodyPr>
            <a:normAutofit/>
          </a:bodyPr>
          <a:lstStyle/>
          <a:p>
            <a:pPr algn="l"/>
            <a:r>
              <a:rPr lang="en-US" sz="2400" b="1" i="0" dirty="0">
                <a:solidFill>
                  <a:srgbClr val="000000"/>
                </a:solidFill>
                <a:effectLst/>
                <a:latin typeface="inherit"/>
              </a:rPr>
              <a:t>Kibana</a:t>
            </a:r>
            <a:r>
              <a:rPr lang="en-US" sz="2400" b="0" i="0" dirty="0">
                <a:solidFill>
                  <a:srgbClr val="000000"/>
                </a:solidFill>
                <a:effectLst/>
                <a:latin typeface="Verdana" panose="020B0604030504040204" pitchFamily="34" charset="0"/>
              </a:rPr>
              <a:t> is an open-source browser-based visualization tool mainly used to analyze large volume of logs in the form of line graph, bar graph, pie charts, heat maps, region maps, coordinate maps, gauge, goals, </a:t>
            </a:r>
            <a:r>
              <a:rPr lang="en-US" sz="2400" b="0" i="0" dirty="0" err="1">
                <a:solidFill>
                  <a:srgbClr val="000000"/>
                </a:solidFill>
                <a:effectLst/>
                <a:latin typeface="Verdana" panose="020B0604030504040204" pitchFamily="34" charset="0"/>
              </a:rPr>
              <a:t>timelion</a:t>
            </a:r>
            <a:r>
              <a:rPr lang="en-US" sz="2400" b="0" i="0" dirty="0">
                <a:solidFill>
                  <a:srgbClr val="000000"/>
                </a:solidFill>
                <a:effectLst/>
                <a:latin typeface="Verdana" panose="020B0604030504040204" pitchFamily="34" charset="0"/>
              </a:rPr>
              <a:t>(timeline) etc. </a:t>
            </a:r>
          </a:p>
          <a:p>
            <a:pPr algn="l"/>
            <a:r>
              <a:rPr lang="en-US" sz="2400" b="0" i="0" dirty="0">
                <a:solidFill>
                  <a:srgbClr val="000000"/>
                </a:solidFill>
                <a:effectLst/>
                <a:latin typeface="Verdana" panose="020B0604030504040204" pitchFamily="34" charset="0"/>
              </a:rPr>
              <a:t>The visualization makes it easy to predict or to see the changes in trends of errors or other significant events of the input source.</a:t>
            </a:r>
          </a:p>
          <a:p>
            <a:pPr algn="l"/>
            <a:r>
              <a:rPr lang="en-US" sz="2400" b="0" i="0" dirty="0">
                <a:solidFill>
                  <a:srgbClr val="000000"/>
                </a:solidFill>
                <a:effectLst/>
                <a:latin typeface="Verdana" panose="020B0604030504040204" pitchFamily="34" charset="0"/>
              </a:rPr>
              <a:t>Kibana works in sync with Elasticsearch and Logstash which together forms the so-called </a:t>
            </a:r>
            <a:r>
              <a:rPr lang="en-US" sz="2400" b="1" i="0" dirty="0">
                <a:solidFill>
                  <a:srgbClr val="000000"/>
                </a:solidFill>
                <a:effectLst/>
                <a:latin typeface="inherit"/>
              </a:rPr>
              <a:t>ELK</a:t>
            </a:r>
            <a:r>
              <a:rPr lang="en-US" sz="2400" b="0" i="0" dirty="0">
                <a:solidFill>
                  <a:srgbClr val="000000"/>
                </a:solidFill>
                <a:effectLst/>
                <a:latin typeface="Verdana" panose="020B0604030504040204" pitchFamily="34" charset="0"/>
              </a:rPr>
              <a:t> stack.</a:t>
            </a:r>
          </a:p>
          <a:p>
            <a:endParaRPr lang="en-US" sz="2400" dirty="0"/>
          </a:p>
        </p:txBody>
      </p:sp>
    </p:spTree>
    <p:extLst>
      <p:ext uri="{BB962C8B-B14F-4D97-AF65-F5344CB8AC3E}">
        <p14:creationId xmlns:p14="http://schemas.microsoft.com/office/powerpoint/2010/main" val="2100691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48571-8EF1-6989-8216-BD5A3F5E42DA}"/>
              </a:ext>
            </a:extLst>
          </p:cNvPr>
          <p:cNvSpPr>
            <a:spLocks noGrp="1"/>
          </p:cNvSpPr>
          <p:nvPr>
            <p:ph type="title"/>
          </p:nvPr>
        </p:nvSpPr>
        <p:spPr/>
        <p:txBody>
          <a:bodyPr/>
          <a:lstStyle/>
          <a:p>
            <a:r>
              <a:rPr lang="en-US" b="1" dirty="0"/>
              <a:t>Data Flow</a:t>
            </a:r>
          </a:p>
        </p:txBody>
      </p:sp>
      <p:sp>
        <p:nvSpPr>
          <p:cNvPr id="6" name="Content Placeholder 5">
            <a:extLst>
              <a:ext uri="{FF2B5EF4-FFF2-40B4-BE49-F238E27FC236}">
                <a16:creationId xmlns:a16="http://schemas.microsoft.com/office/drawing/2014/main" id="{8E3B13A4-C2F6-C0F8-4841-6EDAE6FF32B3}"/>
              </a:ext>
            </a:extLst>
          </p:cNvPr>
          <p:cNvSpPr>
            <a:spLocks noGrp="1"/>
          </p:cNvSpPr>
          <p:nvPr>
            <p:ph idx="1"/>
          </p:nvPr>
        </p:nvSpPr>
        <p:sp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tx1"/>
            </a:solidFill>
          </a:ln>
          <a:effectLst>
            <a:softEdge rad="12700"/>
          </a:effectLst>
        </p:spPr>
        <p:txBody>
          <a:bodyPr>
            <a:normAutofit/>
          </a:bodyPr>
          <a:lstStyle/>
          <a:p>
            <a:r>
              <a:rPr lang="en-US" sz="2400" b="0" i="0" dirty="0">
                <a:solidFill>
                  <a:srgbClr val="000000"/>
                </a:solidFill>
                <a:effectLst/>
                <a:latin typeface="Verdana" panose="020B0604030504040204" pitchFamily="34" charset="0"/>
              </a:rPr>
              <a:t>The basic flow of ELK Stack is shown in the image here</a:t>
            </a:r>
            <a:endParaRPr lang="en-US" sz="2400" dirty="0"/>
          </a:p>
        </p:txBody>
      </p:sp>
      <p:sp>
        <p:nvSpPr>
          <p:cNvPr id="7" name="Content Placeholder 2">
            <a:extLst>
              <a:ext uri="{FF2B5EF4-FFF2-40B4-BE49-F238E27FC236}">
                <a16:creationId xmlns:a16="http://schemas.microsoft.com/office/drawing/2014/main" id="{B97C8FBD-A081-C28F-F46A-9DFD7D77EFF4}"/>
              </a:ext>
            </a:extLst>
          </p:cNvPr>
          <p:cNvSpPr txBox="1">
            <a:spLocks/>
          </p:cNvSpPr>
          <p:nvPr/>
        </p:nvSpPr>
        <p:spPr>
          <a:xfrm>
            <a:off x="838200" y="1825625"/>
            <a:ext cx="10515600" cy="71387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a:p>
            <a:endParaRPr lang="en-US"/>
          </a:p>
          <a:p>
            <a:endParaRPr lang="en-US" dirty="0"/>
          </a:p>
        </p:txBody>
      </p:sp>
      <p:pic>
        <p:nvPicPr>
          <p:cNvPr id="9" name="Picture 4" descr="ELK Stack">
            <a:extLst>
              <a:ext uri="{FF2B5EF4-FFF2-40B4-BE49-F238E27FC236}">
                <a16:creationId xmlns:a16="http://schemas.microsoft.com/office/drawing/2014/main" id="{B6149740-1824-EAA3-B6FD-E5C0E38659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0767" y="3016043"/>
            <a:ext cx="6922730" cy="22050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8144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FA3CB-6818-2D68-9122-55B4C6FEC8C4}"/>
              </a:ext>
            </a:extLst>
          </p:cNvPr>
          <p:cNvSpPr>
            <a:spLocks noGrp="1"/>
          </p:cNvSpPr>
          <p:nvPr>
            <p:ph type="title"/>
          </p:nvPr>
        </p:nvSpPr>
        <p:spPr/>
        <p:txBody>
          <a:bodyPr/>
          <a:lstStyle/>
          <a:p>
            <a:r>
              <a:rPr lang="en-US" b="1" dirty="0"/>
              <a:t>ELK</a:t>
            </a:r>
          </a:p>
        </p:txBody>
      </p:sp>
      <p:sp>
        <p:nvSpPr>
          <p:cNvPr id="3" name="Content Placeholder 2">
            <a:extLst>
              <a:ext uri="{FF2B5EF4-FFF2-40B4-BE49-F238E27FC236}">
                <a16:creationId xmlns:a16="http://schemas.microsoft.com/office/drawing/2014/main" id="{2EEDC529-A4BA-5723-ECAD-3F02EBDD76F8}"/>
              </a:ext>
            </a:extLst>
          </p:cNvPr>
          <p:cNvSpPr>
            <a:spLocks noGrp="1"/>
          </p:cNvSpPr>
          <p:nvPr>
            <p:ph idx="1"/>
          </p:nvPr>
        </p:nvSpPr>
        <p:sp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a:bodyPr>
          <a:lstStyle/>
          <a:p>
            <a:pPr algn="l"/>
            <a:r>
              <a:rPr lang="en-US" sz="2400" b="0" i="0" dirty="0">
                <a:solidFill>
                  <a:srgbClr val="000000"/>
                </a:solidFill>
                <a:effectLst/>
                <a:latin typeface="Verdana" panose="020B0604030504040204" pitchFamily="34" charset="0"/>
              </a:rPr>
              <a:t>Logstash is responsible to collect the data from all the remote sources where the logs are filed and pushes the same to Elasticsearch.</a:t>
            </a:r>
          </a:p>
          <a:p>
            <a:pPr algn="l"/>
            <a:r>
              <a:rPr lang="en-US" sz="2400" b="0" i="0" dirty="0">
                <a:solidFill>
                  <a:srgbClr val="000000"/>
                </a:solidFill>
                <a:effectLst/>
                <a:latin typeface="Verdana" panose="020B0604030504040204" pitchFamily="34" charset="0"/>
              </a:rPr>
              <a:t>Elasticsearch acts as a database where the data is collected</a:t>
            </a:r>
          </a:p>
          <a:p>
            <a:pPr algn="l"/>
            <a:r>
              <a:rPr lang="en-US" sz="2400" b="0" i="0" dirty="0">
                <a:solidFill>
                  <a:srgbClr val="000000"/>
                </a:solidFill>
                <a:effectLst/>
                <a:latin typeface="Verdana" panose="020B0604030504040204" pitchFamily="34" charset="0"/>
              </a:rPr>
              <a:t>Kibana uses the data from Elasticsearch to represent the data to the user in the form of bar graphs, pie charts, heat maps as shown below</a:t>
            </a:r>
          </a:p>
          <a:p>
            <a:endParaRPr lang="en-US" sz="2400" dirty="0"/>
          </a:p>
        </p:txBody>
      </p:sp>
    </p:spTree>
    <p:extLst>
      <p:ext uri="{BB962C8B-B14F-4D97-AF65-F5344CB8AC3E}">
        <p14:creationId xmlns:p14="http://schemas.microsoft.com/office/powerpoint/2010/main" val="4065227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6452E-1693-7C24-37B1-9372AABB5F4A}"/>
              </a:ext>
            </a:extLst>
          </p:cNvPr>
          <p:cNvSpPr>
            <a:spLocks noGrp="1"/>
          </p:cNvSpPr>
          <p:nvPr>
            <p:ph type="title"/>
          </p:nvPr>
        </p:nvSpPr>
        <p:spPr/>
        <p:txBody>
          <a:bodyPr/>
          <a:lstStyle/>
          <a:p>
            <a:r>
              <a:rPr lang="en-US" b="0" i="0" dirty="0">
                <a:solidFill>
                  <a:srgbClr val="000000"/>
                </a:solidFill>
                <a:effectLst/>
                <a:latin typeface="var(--ff-lato)"/>
              </a:rPr>
              <a:t>Features of Kibana</a:t>
            </a:r>
            <a:br>
              <a:rPr lang="en-US" b="0" i="0" dirty="0">
                <a:solidFill>
                  <a:srgbClr val="000000"/>
                </a:solidFill>
                <a:effectLst/>
                <a:latin typeface="var(--ff-lato)"/>
              </a:rPr>
            </a:br>
            <a:endParaRPr lang="en-US" dirty="0"/>
          </a:p>
        </p:txBody>
      </p:sp>
      <p:sp>
        <p:nvSpPr>
          <p:cNvPr id="3" name="Content Placeholder 2">
            <a:extLst>
              <a:ext uri="{FF2B5EF4-FFF2-40B4-BE49-F238E27FC236}">
                <a16:creationId xmlns:a16="http://schemas.microsoft.com/office/drawing/2014/main" id="{793F4AD9-B51E-7AFC-F403-978D156016B0}"/>
              </a:ext>
            </a:extLst>
          </p:cNvPr>
          <p:cNvSpPr>
            <a:spLocks noGrp="1"/>
          </p:cNvSpPr>
          <p:nvPr>
            <p:ph idx="1"/>
          </p:nvPr>
        </p:nvSpPr>
        <p:sp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a:bodyPr>
          <a:lstStyle/>
          <a:p>
            <a:r>
              <a:rPr lang="en-US" sz="2400" b="1" i="0" dirty="0">
                <a:effectLst/>
                <a:latin typeface="Verdana" panose="020B0604030504040204" pitchFamily="34" charset="0"/>
              </a:rPr>
              <a:t>Visualization</a:t>
            </a:r>
            <a:r>
              <a:rPr lang="en-US" sz="2400" b="0" i="0" dirty="0">
                <a:effectLst/>
                <a:latin typeface="Verdana" panose="020B0604030504040204" pitchFamily="34" charset="0"/>
              </a:rPr>
              <a:t> - </a:t>
            </a:r>
            <a:r>
              <a:rPr lang="en-US" sz="2400" b="0" i="0" dirty="0">
                <a:solidFill>
                  <a:srgbClr val="000000"/>
                </a:solidFill>
                <a:effectLst/>
                <a:latin typeface="Verdana" panose="020B0604030504040204" pitchFamily="34" charset="0"/>
              </a:rPr>
              <a:t>bar chart, pie chart, line graph, heat map</a:t>
            </a:r>
            <a:endParaRPr lang="en-US" sz="2400" b="0" i="0" dirty="0">
              <a:effectLst/>
              <a:latin typeface="Verdana" panose="020B0604030504040204" pitchFamily="34" charset="0"/>
            </a:endParaRPr>
          </a:p>
          <a:p>
            <a:r>
              <a:rPr lang="en-US" sz="2400" b="1" i="0" dirty="0">
                <a:effectLst/>
                <a:latin typeface="Verdana" panose="020B0604030504040204" pitchFamily="34" charset="0"/>
              </a:rPr>
              <a:t>Dashboard</a:t>
            </a:r>
            <a:r>
              <a:rPr lang="en-US" sz="2400" b="0" i="0" dirty="0">
                <a:effectLst/>
                <a:latin typeface="Verdana" panose="020B0604030504040204" pitchFamily="34" charset="0"/>
              </a:rPr>
              <a:t> – All graphs in one board</a:t>
            </a:r>
          </a:p>
          <a:p>
            <a:r>
              <a:rPr lang="en-US" sz="2400" b="1" i="0" dirty="0">
                <a:effectLst/>
                <a:latin typeface="Verdana" panose="020B0604030504040204" pitchFamily="34" charset="0"/>
              </a:rPr>
              <a:t>Dev Tools </a:t>
            </a:r>
            <a:r>
              <a:rPr lang="en-US" sz="2400" b="0" i="0" dirty="0">
                <a:effectLst/>
                <a:latin typeface="Verdana" panose="020B0604030504040204" pitchFamily="34" charset="0"/>
              </a:rPr>
              <a:t>–HTML, JS </a:t>
            </a:r>
            <a:r>
              <a:rPr lang="en-US" sz="2400" b="0" i="0" dirty="0" err="1">
                <a:effectLst/>
                <a:latin typeface="Verdana" panose="020B0604030504040204" pitchFamily="34" charset="0"/>
              </a:rPr>
              <a:t>etc</a:t>
            </a:r>
            <a:endParaRPr lang="en-US" sz="2400" b="0" i="0" dirty="0">
              <a:effectLst/>
              <a:latin typeface="Verdana" panose="020B0604030504040204" pitchFamily="34" charset="0"/>
            </a:endParaRPr>
          </a:p>
          <a:p>
            <a:r>
              <a:rPr lang="en-US" sz="2400" b="1" i="0" dirty="0">
                <a:effectLst/>
                <a:latin typeface="Verdana" panose="020B0604030504040204" pitchFamily="34" charset="0"/>
              </a:rPr>
              <a:t>Reports</a:t>
            </a:r>
            <a:r>
              <a:rPr lang="en-US" sz="2400" b="0" i="0" dirty="0">
                <a:effectLst/>
                <a:latin typeface="Verdana" panose="020B0604030504040204" pitchFamily="34" charset="0"/>
              </a:rPr>
              <a:t> – CSV, URL</a:t>
            </a:r>
          </a:p>
          <a:p>
            <a:r>
              <a:rPr lang="en-US" sz="2400" b="1" i="0" dirty="0">
                <a:effectLst/>
                <a:latin typeface="Verdana" panose="020B0604030504040204" pitchFamily="34" charset="0"/>
              </a:rPr>
              <a:t>Filters and Search query</a:t>
            </a:r>
            <a:r>
              <a:rPr lang="en-US" sz="2400" b="0" i="0" dirty="0">
                <a:effectLst/>
                <a:latin typeface="Verdana" panose="020B0604030504040204" pitchFamily="34" charset="0"/>
              </a:rPr>
              <a:t> - KQL</a:t>
            </a:r>
          </a:p>
          <a:p>
            <a:r>
              <a:rPr lang="en-US" sz="2400" b="1" i="0" dirty="0">
                <a:effectLst/>
                <a:latin typeface="Verdana" panose="020B0604030504040204" pitchFamily="34" charset="0"/>
              </a:rPr>
              <a:t>Plugins</a:t>
            </a:r>
            <a:r>
              <a:rPr lang="en-US" sz="2400" b="0" i="0" dirty="0">
                <a:effectLst/>
                <a:latin typeface="Verdana" panose="020B0604030504040204" pitchFamily="34" charset="0"/>
              </a:rPr>
              <a:t> – Third party UI or API</a:t>
            </a:r>
          </a:p>
          <a:p>
            <a:r>
              <a:rPr lang="en-US" sz="2400" b="1" i="0" dirty="0">
                <a:effectLst/>
                <a:latin typeface="Verdana" panose="020B0604030504040204" pitchFamily="34" charset="0"/>
              </a:rPr>
              <a:t>Coordinate and Region Maps</a:t>
            </a:r>
            <a:r>
              <a:rPr lang="en-US" sz="2400" b="0" i="0" dirty="0">
                <a:effectLst/>
                <a:latin typeface="Verdana" panose="020B0604030504040204" pitchFamily="34" charset="0"/>
              </a:rPr>
              <a:t> - </a:t>
            </a:r>
            <a:r>
              <a:rPr lang="en-US" sz="2400" b="0" i="0" dirty="0">
                <a:solidFill>
                  <a:srgbClr val="000000"/>
                </a:solidFill>
                <a:effectLst/>
                <a:latin typeface="Verdana" panose="020B0604030504040204" pitchFamily="34" charset="0"/>
              </a:rPr>
              <a:t>geographical map</a:t>
            </a:r>
            <a:endParaRPr lang="en-US" sz="2400" b="0" i="0" dirty="0">
              <a:effectLst/>
              <a:latin typeface="Verdana" panose="020B0604030504040204" pitchFamily="34" charset="0"/>
            </a:endParaRPr>
          </a:p>
          <a:p>
            <a:r>
              <a:rPr lang="en-US" sz="2400" b="1" i="0" dirty="0" err="1">
                <a:effectLst/>
                <a:latin typeface="Verdana" panose="020B0604030504040204" pitchFamily="34" charset="0"/>
              </a:rPr>
              <a:t>Timelion</a:t>
            </a:r>
            <a:r>
              <a:rPr lang="en-US" sz="2400" b="0" i="0" dirty="0">
                <a:effectLst/>
                <a:latin typeface="Verdana" panose="020B0604030504040204" pitchFamily="34" charset="0"/>
              </a:rPr>
              <a:t> - </a:t>
            </a:r>
            <a:r>
              <a:rPr lang="en-US" sz="2400" b="0" i="0" dirty="0">
                <a:solidFill>
                  <a:srgbClr val="000000"/>
                </a:solidFill>
                <a:effectLst/>
                <a:latin typeface="Verdana" panose="020B0604030504040204" pitchFamily="34" charset="0"/>
              </a:rPr>
              <a:t>time based data analysis</a:t>
            </a:r>
            <a:endParaRPr lang="en-US" sz="2400" b="0" i="0" dirty="0">
              <a:effectLst/>
              <a:latin typeface="Verdana" panose="020B0604030504040204" pitchFamily="34" charset="0"/>
            </a:endParaRPr>
          </a:p>
          <a:p>
            <a:r>
              <a:rPr lang="en-US" sz="2400" b="1" i="0" dirty="0">
                <a:effectLst/>
                <a:latin typeface="Verdana" panose="020B0604030504040204" pitchFamily="34" charset="0"/>
              </a:rPr>
              <a:t>Canvas</a:t>
            </a:r>
            <a:r>
              <a:rPr lang="en-US" sz="2400" b="0" i="0" dirty="0">
                <a:effectLst/>
                <a:latin typeface="Verdana" panose="020B0604030504040204" pitchFamily="34" charset="0"/>
              </a:rPr>
              <a:t> - C</a:t>
            </a:r>
            <a:r>
              <a:rPr lang="en-US" sz="2400" b="0" i="0" dirty="0">
                <a:solidFill>
                  <a:srgbClr val="000000"/>
                </a:solidFill>
                <a:effectLst/>
                <a:latin typeface="Verdana" panose="020B0604030504040204" pitchFamily="34" charset="0"/>
              </a:rPr>
              <a:t>olor combinations, shapes, texts</a:t>
            </a:r>
            <a:endParaRPr lang="en-US" sz="2400" b="0" i="0" dirty="0">
              <a:effectLst/>
              <a:latin typeface="Verdana" panose="020B0604030504040204" pitchFamily="34" charset="0"/>
            </a:endParaRPr>
          </a:p>
          <a:p>
            <a:endParaRPr lang="en-US" sz="2400" b="0" i="0" dirty="0">
              <a:effectLst/>
              <a:latin typeface="Verdana" panose="020B0604030504040204" pitchFamily="34" charset="0"/>
            </a:endParaRPr>
          </a:p>
          <a:p>
            <a:pPr marL="0" indent="0">
              <a:buNone/>
            </a:pPr>
            <a:endParaRPr lang="en-US" sz="2400" dirty="0"/>
          </a:p>
          <a:p>
            <a:pPr marL="0" indent="0">
              <a:buNone/>
            </a:pPr>
            <a:endParaRPr lang="en-US" sz="2400" dirty="0"/>
          </a:p>
        </p:txBody>
      </p:sp>
    </p:spTree>
    <p:extLst>
      <p:ext uri="{BB962C8B-B14F-4D97-AF65-F5344CB8AC3E}">
        <p14:creationId xmlns:p14="http://schemas.microsoft.com/office/powerpoint/2010/main" val="2003987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C17A8-5725-85F7-E32A-3A02E6A89C3D}"/>
              </a:ext>
            </a:extLst>
          </p:cNvPr>
          <p:cNvSpPr>
            <a:spLocks noGrp="1"/>
          </p:cNvSpPr>
          <p:nvPr>
            <p:ph type="title"/>
          </p:nvPr>
        </p:nvSpPr>
        <p:spPr/>
        <p:txBody>
          <a:bodyPr/>
          <a:lstStyle/>
          <a:p>
            <a:r>
              <a:rPr lang="en-US" b="1" dirty="0"/>
              <a:t>Components</a:t>
            </a:r>
          </a:p>
        </p:txBody>
      </p:sp>
      <p:pic>
        <p:nvPicPr>
          <p:cNvPr id="5" name="Content Placeholder 4">
            <a:extLst>
              <a:ext uri="{FF2B5EF4-FFF2-40B4-BE49-F238E27FC236}">
                <a16:creationId xmlns:a16="http://schemas.microsoft.com/office/drawing/2014/main" id="{7C0EF646-1140-8796-1511-39C3399B95BD}"/>
              </a:ext>
            </a:extLst>
          </p:cNvPr>
          <p:cNvPicPr>
            <a:picLocks noGrp="1" noChangeAspect="1"/>
          </p:cNvPicPr>
          <p:nvPr>
            <p:ph sz="half" idx="1"/>
          </p:nvPr>
        </p:nvPicPr>
        <p:blipFill>
          <a:blip r:embed="rId2"/>
          <a:stretch>
            <a:fillRect/>
          </a:stretch>
        </p:blipFill>
        <p:spPr>
          <a:xfrm>
            <a:off x="1188292" y="1825625"/>
            <a:ext cx="2652187" cy="4351338"/>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pic>
      <p:sp>
        <p:nvSpPr>
          <p:cNvPr id="6" name="Content Placeholder 5">
            <a:extLst>
              <a:ext uri="{FF2B5EF4-FFF2-40B4-BE49-F238E27FC236}">
                <a16:creationId xmlns:a16="http://schemas.microsoft.com/office/drawing/2014/main" id="{4391101E-CCDF-DBCE-012C-6C298AEED3AD}"/>
              </a:ext>
            </a:extLst>
          </p:cNvPr>
          <p:cNvSpPr>
            <a:spLocks noGrp="1"/>
          </p:cNvSpPr>
          <p:nvPr>
            <p:ph sz="half" idx="2"/>
          </p:nvPr>
        </p:nvSpPr>
        <p:spPr>
          <a:xfrm>
            <a:off x="4189828" y="1934992"/>
            <a:ext cx="7163972" cy="4351338"/>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a:bodyPr>
          <a:lstStyle/>
          <a:p>
            <a:r>
              <a:rPr lang="en-US" sz="2400" dirty="0"/>
              <a:t>Name space</a:t>
            </a:r>
          </a:p>
          <a:p>
            <a:r>
              <a:rPr lang="en-US" sz="2400" dirty="0"/>
              <a:t>Recent queries</a:t>
            </a:r>
          </a:p>
          <a:p>
            <a:r>
              <a:rPr lang="en-US" sz="2400" dirty="0"/>
              <a:t>Overview</a:t>
            </a:r>
          </a:p>
          <a:p>
            <a:r>
              <a:rPr lang="en-US" sz="2400" dirty="0"/>
              <a:t>Discover – KQL/Log search</a:t>
            </a:r>
          </a:p>
          <a:p>
            <a:r>
              <a:rPr lang="en-US" sz="2400" dirty="0"/>
              <a:t>Dashboard – Graphs</a:t>
            </a:r>
          </a:p>
          <a:p>
            <a:r>
              <a:rPr lang="en-US" sz="2400" dirty="0"/>
              <a:t>Others – Not used much</a:t>
            </a:r>
          </a:p>
        </p:txBody>
      </p:sp>
    </p:spTree>
    <p:extLst>
      <p:ext uri="{BB962C8B-B14F-4D97-AF65-F5344CB8AC3E}">
        <p14:creationId xmlns:p14="http://schemas.microsoft.com/office/powerpoint/2010/main" val="504507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73C93-1610-A366-065C-1D511C8C80C3}"/>
              </a:ext>
            </a:extLst>
          </p:cNvPr>
          <p:cNvSpPr>
            <a:spLocks noGrp="1"/>
          </p:cNvSpPr>
          <p:nvPr>
            <p:ph type="title"/>
          </p:nvPr>
        </p:nvSpPr>
        <p:spPr/>
        <p:txBody>
          <a:bodyPr/>
          <a:lstStyle/>
          <a:p>
            <a:r>
              <a:rPr lang="en-US" dirty="0"/>
              <a:t>KQL</a:t>
            </a:r>
          </a:p>
        </p:txBody>
      </p:sp>
      <p:sp>
        <p:nvSpPr>
          <p:cNvPr id="3" name="Content Placeholder 2">
            <a:extLst>
              <a:ext uri="{FF2B5EF4-FFF2-40B4-BE49-F238E27FC236}">
                <a16:creationId xmlns:a16="http://schemas.microsoft.com/office/drawing/2014/main" id="{4B1281EE-FA08-4DC9-9241-FE334534874F}"/>
              </a:ext>
            </a:extLst>
          </p:cNvPr>
          <p:cNvSpPr>
            <a:spLocks noGrp="1"/>
          </p:cNvSpPr>
          <p:nvPr>
            <p:ph idx="1"/>
          </p:nvPr>
        </p:nvSpPr>
        <p:sp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a:bodyPr>
          <a:lstStyle/>
          <a:p>
            <a:r>
              <a:rPr lang="en-US" sz="2400" dirty="0"/>
              <a:t>Below are the common key items used while log filtering in Kibana Query Language</a:t>
            </a:r>
          </a:p>
          <a:p>
            <a:r>
              <a:rPr lang="en-US" sz="2000" dirty="0"/>
              <a:t>* </a:t>
            </a:r>
          </a:p>
          <a:p>
            <a:r>
              <a:rPr lang="en-US" sz="2000" dirty="0"/>
              <a:t>AND or </a:t>
            </a:r>
            <a:r>
              <a:rPr lang="en-US" sz="2000" dirty="0" err="1"/>
              <a:t>OR</a:t>
            </a:r>
            <a:endParaRPr lang="en-US" sz="2000" dirty="0"/>
          </a:p>
          <a:p>
            <a:r>
              <a:rPr lang="en-US" sz="2000" dirty="0"/>
              <a:t>“ ”</a:t>
            </a:r>
          </a:p>
          <a:p>
            <a:r>
              <a:rPr lang="en-US" sz="2000" dirty="0"/>
              <a:t>:</a:t>
            </a:r>
          </a:p>
          <a:p>
            <a:r>
              <a:rPr lang="en-US" sz="2000" dirty="0"/>
              <a:t>&lt;= &gt;= =</a:t>
            </a:r>
          </a:p>
          <a:p>
            <a:r>
              <a:rPr lang="en-US" sz="2000" dirty="0"/>
              <a:t>NOT</a:t>
            </a:r>
          </a:p>
          <a:p>
            <a:r>
              <a:rPr lang="en-US" sz="2000" dirty="0"/>
              <a:t>Time Range selection</a:t>
            </a:r>
          </a:p>
          <a:p>
            <a:r>
              <a:rPr lang="en-US" sz="2000" dirty="0"/>
              <a:t>Break down by</a:t>
            </a:r>
          </a:p>
        </p:txBody>
      </p:sp>
    </p:spTree>
    <p:extLst>
      <p:ext uri="{BB962C8B-B14F-4D97-AF65-F5344CB8AC3E}">
        <p14:creationId xmlns:p14="http://schemas.microsoft.com/office/powerpoint/2010/main" val="3444324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5322D-CD95-9EB0-14C8-FA44CBBFABA1}"/>
              </a:ext>
            </a:extLst>
          </p:cNvPr>
          <p:cNvSpPr>
            <a:spLocks noGrp="1"/>
          </p:cNvSpPr>
          <p:nvPr>
            <p:ph type="title"/>
          </p:nvPr>
        </p:nvSpPr>
        <p:spPr/>
        <p:txBody>
          <a:bodyPr/>
          <a:lstStyle/>
          <a:p>
            <a:r>
              <a:rPr lang="en-US" dirty="0"/>
              <a:t>Search Examples</a:t>
            </a:r>
          </a:p>
        </p:txBody>
      </p:sp>
      <p:sp>
        <p:nvSpPr>
          <p:cNvPr id="3" name="Content Placeholder 2">
            <a:extLst>
              <a:ext uri="{FF2B5EF4-FFF2-40B4-BE49-F238E27FC236}">
                <a16:creationId xmlns:a16="http://schemas.microsoft.com/office/drawing/2014/main" id="{1A7E2115-E947-FD6A-0DC5-1516E8908295}"/>
              </a:ext>
            </a:extLst>
          </p:cNvPr>
          <p:cNvSpPr>
            <a:spLocks noGrp="1"/>
          </p:cNvSpPr>
          <p:nvPr>
            <p:ph idx="1"/>
          </p:nvPr>
        </p:nvSpPr>
        <p:sp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a:bodyPr>
          <a:lstStyle/>
          <a:p>
            <a:r>
              <a:rPr lang="en-US" sz="2400" dirty="0"/>
              <a:t>For YOS PROD server type below filter and select timestamp</a:t>
            </a:r>
          </a:p>
          <a:p>
            <a:pPr marL="0" indent="0">
              <a:buNone/>
            </a:pPr>
            <a:r>
              <a:rPr lang="it-IT" sz="2400" dirty="0"/>
              <a:t>	</a:t>
            </a:r>
            <a:r>
              <a:rPr lang="it-IT" sz="2400" dirty="0">
                <a:hlinkClick r:id="rId2"/>
              </a:rPr>
              <a:t>https://kibana-prod-v8.tools.fxi-svc.az.fxei.fedex.com/s/yos</a:t>
            </a:r>
            <a:endParaRPr lang="en-US" sz="2400" dirty="0"/>
          </a:p>
          <a:p>
            <a:pPr marL="0" indent="0">
              <a:buNone/>
            </a:pPr>
            <a:r>
              <a:rPr lang="en-US" sz="2400" dirty="0"/>
              <a:t>	</a:t>
            </a:r>
            <a:r>
              <a:rPr lang="it-IT" sz="2400" dirty="0">
                <a:hlinkClick r:id="rId3"/>
              </a:rPr>
              <a:t>https://kibana-nonprod.tools.fxi-svc.az.fxei.fedex.com/s/yos/</a:t>
            </a:r>
            <a:endParaRPr lang="it-IT" sz="2400" dirty="0"/>
          </a:p>
          <a:p>
            <a:pPr marL="0" indent="0">
              <a:buNone/>
            </a:pPr>
            <a:endParaRPr lang="it-IT" sz="2400" dirty="0"/>
          </a:p>
          <a:p>
            <a:pPr marL="0" indent="0">
              <a:buNone/>
            </a:pPr>
            <a:r>
              <a:rPr lang="en-US" sz="2400" dirty="0"/>
              <a:t>1.  </a:t>
            </a:r>
            <a:r>
              <a:rPr lang="en-US" sz="2400" dirty="0" err="1"/>
              <a:t>log.level</a:t>
            </a:r>
            <a:r>
              <a:rPr lang="en-US" sz="2400" dirty="0"/>
              <a:t> :"ERROR" and "</a:t>
            </a:r>
            <a:r>
              <a:rPr lang="en-US" sz="2400" dirty="0" err="1"/>
              <a:t>vehicleId</a:t>
            </a:r>
            <a:r>
              <a:rPr lang="en-US" sz="2400" dirty="0"/>
              <a:t> as null"</a:t>
            </a:r>
          </a:p>
          <a:p>
            <a:pPr marL="0" indent="0">
              <a:buNone/>
            </a:pPr>
            <a:r>
              <a:rPr lang="en-US" sz="2400" dirty="0"/>
              <a:t>2. "</a:t>
            </a:r>
            <a:r>
              <a:rPr lang="en-US" sz="2400" dirty="0" err="1"/>
              <a:t>unitName</a:t>
            </a:r>
            <a:r>
              <a:rPr lang="en-US" sz="2400" dirty="0"/>
              <a:t>=XA199FP" and "unitId:1009539" and "movementId:12790073" </a:t>
            </a:r>
          </a:p>
        </p:txBody>
      </p:sp>
    </p:spTree>
    <p:extLst>
      <p:ext uri="{BB962C8B-B14F-4D97-AF65-F5344CB8AC3E}">
        <p14:creationId xmlns:p14="http://schemas.microsoft.com/office/powerpoint/2010/main" val="3668551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DFFD5-39CF-A2FD-EA57-C0C48FE19B32}"/>
              </a:ext>
            </a:extLst>
          </p:cNvPr>
          <p:cNvSpPr>
            <a:spLocks noGrp="1"/>
          </p:cNvSpPr>
          <p:nvPr>
            <p:ph type="title"/>
          </p:nvPr>
        </p:nvSpPr>
        <p:spPr/>
        <p:txBody>
          <a:bodyPr/>
          <a:lstStyle/>
          <a:p>
            <a:r>
              <a:rPr lang="en-US" dirty="0"/>
              <a:t>Create Filter and Save</a:t>
            </a:r>
          </a:p>
        </p:txBody>
      </p:sp>
      <p:sp>
        <p:nvSpPr>
          <p:cNvPr id="3" name="Content Placeholder 2">
            <a:extLst>
              <a:ext uri="{FF2B5EF4-FFF2-40B4-BE49-F238E27FC236}">
                <a16:creationId xmlns:a16="http://schemas.microsoft.com/office/drawing/2014/main" id="{A4C2F130-6B8B-97A0-CAAA-D657ACC73538}"/>
              </a:ext>
            </a:extLst>
          </p:cNvPr>
          <p:cNvSpPr>
            <a:spLocks noGrp="1"/>
          </p:cNvSpPr>
          <p:nvPr>
            <p:ph idx="1"/>
          </p:nvPr>
        </p:nvSpPr>
        <p:sp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a:bodyPr>
          <a:lstStyle/>
          <a:p>
            <a:r>
              <a:rPr lang="en-US" sz="2400" dirty="0"/>
              <a:t>Login to the Application </a:t>
            </a:r>
          </a:p>
          <a:p>
            <a:r>
              <a:rPr lang="en-US" sz="2400" dirty="0"/>
              <a:t>Go to discover</a:t>
            </a:r>
          </a:p>
          <a:p>
            <a:r>
              <a:rPr lang="en-US" sz="2400" dirty="0"/>
              <a:t>Add all the filter needed</a:t>
            </a:r>
          </a:p>
          <a:p>
            <a:r>
              <a:rPr lang="en-US" sz="2400" dirty="0"/>
              <a:t>Save the filter</a:t>
            </a:r>
          </a:p>
          <a:p>
            <a:r>
              <a:rPr lang="en-US" sz="2400" dirty="0"/>
              <a:t>Click open and select saved filter</a:t>
            </a:r>
          </a:p>
          <a:p>
            <a:r>
              <a:rPr lang="en-US" sz="2400" dirty="0"/>
              <a:t>Accessible to all</a:t>
            </a:r>
          </a:p>
        </p:txBody>
      </p:sp>
    </p:spTree>
    <p:extLst>
      <p:ext uri="{BB962C8B-B14F-4D97-AF65-F5344CB8AC3E}">
        <p14:creationId xmlns:p14="http://schemas.microsoft.com/office/powerpoint/2010/main" val="3534367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E11D3-C38D-1603-698B-6A33F58C48CC}"/>
              </a:ext>
            </a:extLst>
          </p:cNvPr>
          <p:cNvSpPr>
            <a:spLocks noGrp="1"/>
          </p:cNvSpPr>
          <p:nvPr>
            <p:ph type="title"/>
          </p:nvPr>
        </p:nvSpPr>
        <p:spPr/>
        <p:txBody>
          <a:bodyPr/>
          <a:lstStyle/>
          <a:p>
            <a:r>
              <a:rPr lang="en-US" b="1" dirty="0"/>
              <a:t>Dashboard</a:t>
            </a:r>
          </a:p>
        </p:txBody>
      </p:sp>
      <p:pic>
        <p:nvPicPr>
          <p:cNvPr id="5" name="Content Placeholder 4">
            <a:extLst>
              <a:ext uri="{FF2B5EF4-FFF2-40B4-BE49-F238E27FC236}">
                <a16:creationId xmlns:a16="http://schemas.microsoft.com/office/drawing/2014/main" id="{6B010D23-0FC4-D99D-FE9A-ADB65A6CBAA4}"/>
              </a:ext>
            </a:extLst>
          </p:cNvPr>
          <p:cNvPicPr>
            <a:picLocks noGrp="1" noChangeAspect="1"/>
          </p:cNvPicPr>
          <p:nvPr>
            <p:ph idx="1"/>
          </p:nvPr>
        </p:nvPicPr>
        <p:blipFill>
          <a:blip r:embed="rId2"/>
          <a:stretch>
            <a:fillRect/>
          </a:stretch>
        </p:blipFill>
        <p:spPr>
          <a:xfrm>
            <a:off x="1034315" y="1825625"/>
            <a:ext cx="10123369" cy="4351338"/>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pic>
    </p:spTree>
    <p:extLst>
      <p:ext uri="{BB962C8B-B14F-4D97-AF65-F5344CB8AC3E}">
        <p14:creationId xmlns:p14="http://schemas.microsoft.com/office/powerpoint/2010/main" val="1132836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ECA8DA-06AD-453F-99D8-21CB53F62F01}"/>
              </a:ext>
            </a:extLst>
          </p:cNvPr>
          <p:cNvSpPr txBox="1"/>
          <p:nvPr/>
        </p:nvSpPr>
        <p:spPr>
          <a:xfrm>
            <a:off x="4451510" y="2237213"/>
            <a:ext cx="7336314" cy="178510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rPr>
              <a:t>About Mphasis</a:t>
            </a:r>
            <a:endParaRPr kumimoji="0" lang="en-GB" sz="1400" b="0"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hlinkClick r:id="rId2">
                  <a:extLst>
                    <a:ext uri="{A12FA001-AC4F-418D-AE19-62706E023703}">
                      <ahyp:hlinkClr xmlns:ahyp="http://schemas.microsoft.com/office/drawing/2018/hyperlinkcolor" val="tx"/>
                    </a:ext>
                  </a:extLst>
                </a:hlinkClick>
              </a:rPr>
              <a:t>Mphasis</a:t>
            </a:r>
            <a:r>
              <a:rPr kumimoji="0" lang="en-US" sz="1200" b="0"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rPr>
              <a:t> </a:t>
            </a:r>
            <a:r>
              <a:rPr kumimoji="0" lang="en-GB" sz="1200" b="0"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rPr>
              <a:t>(BSE: 526299; NSE: MPHASIS) applies next-generation technology to help enterprises transform businesses globally. Customer centricity is foundational to Mphasis and is reflected in the Mphasis’ </a:t>
            </a:r>
            <a:r>
              <a:rPr kumimoji="0" lang="en-US" sz="1200" b="0" i="0" u="sng"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hlinkClick r:id="rId3">
                  <a:extLst>
                    <a:ext uri="{A12FA001-AC4F-418D-AE19-62706E023703}">
                      <ahyp:hlinkClr xmlns:ahyp="http://schemas.microsoft.com/office/drawing/2018/hyperlinkcolor" val="tx"/>
                    </a:ext>
                  </a:extLst>
                </a:hlinkClick>
              </a:rPr>
              <a:t>Front2Back</a:t>
            </a:r>
            <a:r>
              <a:rPr kumimoji="0" lang="en-US" sz="1200" b="0"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rPr>
              <a:t>™ Transformation </a:t>
            </a:r>
            <a:r>
              <a:rPr kumimoji="0" lang="en-GB" sz="1200" b="0"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rPr>
              <a:t>approach. Front2Back™ uses the exponential power of cloud and cognitive to provide hyper-personalized (C=</a:t>
            </a:r>
            <a:r>
              <a:rPr kumimoji="0" lang="en-GB" sz="1200" b="0" i="0" u="sng"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hlinkClick r:id="rId3">
                  <a:extLst>
                    <a:ext uri="{A12FA001-AC4F-418D-AE19-62706E023703}">
                      <ahyp:hlinkClr xmlns:ahyp="http://schemas.microsoft.com/office/drawing/2018/hyperlinkcolor" val="tx"/>
                    </a:ext>
                  </a:extLst>
                </a:hlinkClick>
              </a:rPr>
              <a:t>X2C</a:t>
            </a:r>
            <a:r>
              <a:rPr kumimoji="0" lang="en-US" sz="1200" b="0" i="0" u="sng" strike="noStrike" kern="1200" cap="none" spc="0" normalizeH="0" baseline="30000" noProof="0" dirty="0">
                <a:ln>
                  <a:noFill/>
                </a:ln>
                <a:solidFill>
                  <a:srgbClr val="5A5A5A"/>
                </a:solidFill>
                <a:effectLst/>
                <a:uLnTx/>
                <a:uFillTx/>
                <a:latin typeface="Calibri" panose="020F0502020204030204" pitchFamily="34" charset="0"/>
                <a:ea typeface="+mn-ea"/>
                <a:cs typeface="Calibri" panose="020F0502020204030204" pitchFamily="34" charset="0"/>
                <a:hlinkClick r:id="rId3">
                  <a:extLst>
                    <a:ext uri="{A12FA001-AC4F-418D-AE19-62706E023703}">
                      <ahyp:hlinkClr xmlns:ahyp="http://schemas.microsoft.com/office/drawing/2018/hyperlinkcolor" val="tx"/>
                    </a:ext>
                  </a:extLst>
                </a:hlinkClick>
              </a:rPr>
              <a:t>2 </a:t>
            </a:r>
            <a:r>
              <a:rPr kumimoji="0" lang="en-US" sz="1200" b="0" i="0" u="sng" strike="noStrike" kern="1200" cap="none" spc="0" normalizeH="0" baseline="-25000" noProof="0" dirty="0">
                <a:ln>
                  <a:noFill/>
                </a:ln>
                <a:solidFill>
                  <a:srgbClr val="5A5A5A"/>
                </a:solidFill>
                <a:effectLst/>
                <a:uLnTx/>
                <a:uFillTx/>
                <a:latin typeface="Calibri" panose="020F0502020204030204" pitchFamily="34" charset="0"/>
                <a:ea typeface="+mn-ea"/>
                <a:cs typeface="Calibri" panose="020F0502020204030204" pitchFamily="34" charset="0"/>
                <a:hlinkClick r:id="rId3">
                  <a:extLst>
                    <a:ext uri="{A12FA001-AC4F-418D-AE19-62706E023703}">
                      <ahyp:hlinkClr xmlns:ahyp="http://schemas.microsoft.com/office/drawing/2018/hyperlinkcolor" val="tx"/>
                    </a:ext>
                  </a:extLst>
                </a:hlinkClick>
              </a:rPr>
              <a:t>TM</a:t>
            </a:r>
            <a:r>
              <a:rPr kumimoji="0" lang="en-GB" sz="1200" b="0"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rPr>
              <a:t>=1) digital experience to clients and their end customers. Mphasis’ Service Transformation approach helps ‘shrink the core’ through the application of digital technologies across legacy environments within an enterprise, enabling businesses to stay ahead in a changing world. Mphasis’ core reference architectures and tools, speed and innovation with domain expertise and specialization are key to building strong relationships with marquee clients. Click </a:t>
            </a:r>
            <a:r>
              <a:rPr kumimoji="0" lang="en-US" sz="1200" b="0" i="0" u="sng"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hlinkClick r:id="rId2">
                  <a:extLst>
                    <a:ext uri="{A12FA001-AC4F-418D-AE19-62706E023703}">
                      <ahyp:hlinkClr xmlns:ahyp="http://schemas.microsoft.com/office/drawing/2018/hyperlinkcolor" val="tx"/>
                    </a:ext>
                  </a:extLst>
                </a:hlinkClick>
              </a:rPr>
              <a:t>here</a:t>
            </a:r>
            <a:r>
              <a:rPr kumimoji="0" lang="en-GB" sz="1200" b="0"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rPr>
              <a:t> to know</a:t>
            </a:r>
            <a:endParaRPr kumimoji="0" lang="en-US" sz="1200" b="0" i="0" u="none" strike="noStrike" kern="1200" cap="none" spc="0" normalizeH="0" baseline="0" noProof="0" dirty="0">
              <a:ln>
                <a:noFill/>
              </a:ln>
              <a:solidFill>
                <a:srgbClr val="5A5A5A"/>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26448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1476</TotalTime>
  <Words>543</Words>
  <Application>Microsoft Office PowerPoint</Application>
  <PresentationFormat>Widescreen</PresentationFormat>
  <Paragraphs>57</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inherit</vt:lpstr>
      <vt:lpstr>var(--ff-lato)</vt:lpstr>
      <vt:lpstr>Verdana</vt:lpstr>
      <vt:lpstr>Office Theme</vt:lpstr>
      <vt:lpstr>PowerPoint Presentation</vt:lpstr>
      <vt:lpstr>Introduction</vt:lpstr>
      <vt:lpstr>Data Flow</vt:lpstr>
      <vt:lpstr>ELK</vt:lpstr>
      <vt:lpstr>Features of Kibana </vt:lpstr>
      <vt:lpstr>Components</vt:lpstr>
      <vt:lpstr>KQL</vt:lpstr>
      <vt:lpstr>Search Examples</vt:lpstr>
      <vt:lpstr>Create Filter and Save</vt:lpstr>
      <vt:lpstr>Dashboard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Kibana</dc:title>
  <dc:creator>Rajarama Kaniyoor</dc:creator>
  <cp:lastModifiedBy>Rajarama Kaniyoor</cp:lastModifiedBy>
  <cp:revision>14</cp:revision>
  <dcterms:created xsi:type="dcterms:W3CDTF">2024-01-28T10:21:21Z</dcterms:created>
  <dcterms:modified xsi:type="dcterms:W3CDTF">2024-01-29T10:57:32Z</dcterms:modified>
</cp:coreProperties>
</file>