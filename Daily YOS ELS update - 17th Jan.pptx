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heme/theme5.xml" ContentType="application/vnd.openxmlformats-officedocument.theme+xml"/>
  <Override PartName="/ppt/tags/tag49.xml" ContentType="application/vnd.openxmlformats-officedocument.presentationml.tags+xml"/>
  <Override PartName="/ppt/notesSlides/notesSlide1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0" r:id="rId5"/>
    <p:sldMasterId id="2147483673" r:id="rId6"/>
    <p:sldMasterId id="2147483682" r:id="rId7"/>
  </p:sldMasterIdLst>
  <p:notesMasterIdLst>
    <p:notesMasterId r:id="rId15"/>
  </p:notesMasterIdLst>
  <p:sldIdLst>
    <p:sldId id="2147376971" r:id="rId8"/>
    <p:sldId id="2147376983" r:id="rId9"/>
    <p:sldId id="2147376963" r:id="rId10"/>
    <p:sldId id="2147376981" r:id="rId11"/>
    <p:sldId id="2147376982" r:id="rId12"/>
    <p:sldId id="2147376967" r:id="rId13"/>
    <p:sldId id="2147376974" r:id="rId1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14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38A021-4899-4DC0-8E7E-7B6CA390BF14}" v="3" dt="2023-01-17T13:08:38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Blom" userId="814a0a59-cf89-4a55-b3d9-2a50127fef14" providerId="ADAL" clId="{3A38A021-4899-4DC0-8E7E-7B6CA390BF14}"/>
    <pc:docChg chg="custSel delSld modSld">
      <pc:chgData name="Paul Blom" userId="814a0a59-cf89-4a55-b3d9-2a50127fef14" providerId="ADAL" clId="{3A38A021-4899-4DC0-8E7E-7B6CA390BF14}" dt="2023-01-17T13:15:37.910" v="842" actId="20577"/>
      <pc:docMkLst>
        <pc:docMk/>
      </pc:docMkLst>
      <pc:sldChg chg="addSp delSp modSp mod">
        <pc:chgData name="Paul Blom" userId="814a0a59-cf89-4a55-b3d9-2a50127fef14" providerId="ADAL" clId="{3A38A021-4899-4DC0-8E7E-7B6CA390BF14}" dt="2023-01-17T12:34:33.666" v="41" actId="20577"/>
        <pc:sldMkLst>
          <pc:docMk/>
          <pc:sldMk cId="3388138864" sldId="2147376963"/>
        </pc:sldMkLst>
        <pc:spChg chg="del">
          <ac:chgData name="Paul Blom" userId="814a0a59-cf89-4a55-b3d9-2a50127fef14" providerId="ADAL" clId="{3A38A021-4899-4DC0-8E7E-7B6CA390BF14}" dt="2023-01-17T12:20:23.799" v="19" actId="478"/>
          <ac:spMkLst>
            <pc:docMk/>
            <pc:sldMk cId="3388138864" sldId="2147376963"/>
            <ac:spMk id="8" creationId="{1925F8D2-182F-41A0-974D-4BAAB27DBDAA}"/>
          </ac:spMkLst>
        </pc:spChg>
        <pc:graphicFrameChg chg="add mod modGraphic">
          <ac:chgData name="Paul Blom" userId="814a0a59-cf89-4a55-b3d9-2a50127fef14" providerId="ADAL" clId="{3A38A021-4899-4DC0-8E7E-7B6CA390BF14}" dt="2023-01-17T12:34:33.666" v="41" actId="20577"/>
          <ac:graphicFrameMkLst>
            <pc:docMk/>
            <pc:sldMk cId="3388138864" sldId="2147376963"/>
            <ac:graphicFrameMk id="2" creationId="{01D53708-3255-0DC0-69CA-AE8F8D6B9BEF}"/>
          </ac:graphicFrameMkLst>
        </pc:graphicFrameChg>
        <pc:graphicFrameChg chg="del modGraphic">
          <ac:chgData name="Paul Blom" userId="814a0a59-cf89-4a55-b3d9-2a50127fef14" providerId="ADAL" clId="{3A38A021-4899-4DC0-8E7E-7B6CA390BF14}" dt="2023-01-17T12:33:23.992" v="24" actId="478"/>
          <ac:graphicFrameMkLst>
            <pc:docMk/>
            <pc:sldMk cId="3388138864" sldId="2147376963"/>
            <ac:graphicFrameMk id="7" creationId="{FAEFA6B4-7746-4454-B781-70D537F4C107}"/>
          </ac:graphicFrameMkLst>
        </pc:graphicFrameChg>
      </pc:sldChg>
      <pc:sldChg chg="modSp mod">
        <pc:chgData name="Paul Blom" userId="814a0a59-cf89-4a55-b3d9-2a50127fef14" providerId="ADAL" clId="{3A38A021-4899-4DC0-8E7E-7B6CA390BF14}" dt="2023-01-17T11:18:06.280" v="16" actId="6549"/>
        <pc:sldMkLst>
          <pc:docMk/>
          <pc:sldMk cId="2990203180" sldId="2147376971"/>
        </pc:sldMkLst>
        <pc:spChg chg="mod">
          <ac:chgData name="Paul Blom" userId="814a0a59-cf89-4a55-b3d9-2a50127fef14" providerId="ADAL" clId="{3A38A021-4899-4DC0-8E7E-7B6CA390BF14}" dt="2023-01-17T11:18:03.144" v="14" actId="6549"/>
          <ac:spMkLst>
            <pc:docMk/>
            <pc:sldMk cId="2990203180" sldId="2147376971"/>
            <ac:spMk id="4" creationId="{60ABA9D7-5DE1-4838-B6D4-CBDB639FD666}"/>
          </ac:spMkLst>
        </pc:spChg>
        <pc:spChg chg="mod">
          <ac:chgData name="Paul Blom" userId="814a0a59-cf89-4a55-b3d9-2a50127fef14" providerId="ADAL" clId="{3A38A021-4899-4DC0-8E7E-7B6CA390BF14}" dt="2023-01-17T11:18:06.280" v="16" actId="6549"/>
          <ac:spMkLst>
            <pc:docMk/>
            <pc:sldMk cId="2990203180" sldId="2147376971"/>
            <ac:spMk id="6" creationId="{9669E31C-93F6-4949-9279-F0C26CA32A0D}"/>
          </ac:spMkLst>
        </pc:spChg>
      </pc:sldChg>
      <pc:sldChg chg="addSp delSp modSp mod">
        <pc:chgData name="Paul Blom" userId="814a0a59-cf89-4a55-b3d9-2a50127fef14" providerId="ADAL" clId="{3A38A021-4899-4DC0-8E7E-7B6CA390BF14}" dt="2023-01-17T13:08:50.315" v="121" actId="1076"/>
        <pc:sldMkLst>
          <pc:docMk/>
          <pc:sldMk cId="3133463706" sldId="2147376974"/>
        </pc:sldMkLst>
        <pc:spChg chg="mod">
          <ac:chgData name="Paul Blom" userId="814a0a59-cf89-4a55-b3d9-2a50127fef14" providerId="ADAL" clId="{3A38A021-4899-4DC0-8E7E-7B6CA390BF14}" dt="2023-01-17T13:08:50.315" v="121" actId="1076"/>
          <ac:spMkLst>
            <pc:docMk/>
            <pc:sldMk cId="3133463706" sldId="2147376974"/>
            <ac:spMk id="4" creationId="{CA0418F6-A51F-4650-B059-D1D1EED20718}"/>
          </ac:spMkLst>
        </pc:spChg>
        <pc:picChg chg="add mod">
          <ac:chgData name="Paul Blom" userId="814a0a59-cf89-4a55-b3d9-2a50127fef14" providerId="ADAL" clId="{3A38A021-4899-4DC0-8E7E-7B6CA390BF14}" dt="2023-01-17T13:08:47.456" v="120" actId="1076"/>
          <ac:picMkLst>
            <pc:docMk/>
            <pc:sldMk cId="3133463706" sldId="2147376974"/>
            <ac:picMk id="5" creationId="{E00101D4-69A3-A925-17B1-CA97D0810BC1}"/>
          </ac:picMkLst>
        </pc:picChg>
        <pc:picChg chg="del">
          <ac:chgData name="Paul Blom" userId="814a0a59-cf89-4a55-b3d9-2a50127fef14" providerId="ADAL" clId="{3A38A021-4899-4DC0-8E7E-7B6CA390BF14}" dt="2023-01-17T13:07:32.047" v="90" actId="478"/>
          <ac:picMkLst>
            <pc:docMk/>
            <pc:sldMk cId="3133463706" sldId="2147376974"/>
            <ac:picMk id="8" creationId="{88590032-3B35-446A-97C7-5D5EDA3036C2}"/>
          </ac:picMkLst>
        </pc:picChg>
      </pc:sldChg>
      <pc:sldChg chg="addSp delSp modSp mod">
        <pc:chgData name="Paul Blom" userId="814a0a59-cf89-4a55-b3d9-2a50127fef14" providerId="ADAL" clId="{3A38A021-4899-4DC0-8E7E-7B6CA390BF14}" dt="2023-01-17T12:34:07.549" v="29" actId="1076"/>
        <pc:sldMkLst>
          <pc:docMk/>
          <pc:sldMk cId="3557831057" sldId="2147376981"/>
        </pc:sldMkLst>
        <pc:spChg chg="del">
          <ac:chgData name="Paul Blom" userId="814a0a59-cf89-4a55-b3d9-2a50127fef14" providerId="ADAL" clId="{3A38A021-4899-4DC0-8E7E-7B6CA390BF14}" dt="2023-01-17T12:20:26.737" v="20" actId="478"/>
          <ac:spMkLst>
            <pc:docMk/>
            <pc:sldMk cId="3557831057" sldId="2147376981"/>
            <ac:spMk id="8" creationId="{1925F8D2-182F-41A0-974D-4BAAB27DBDAA}"/>
          </ac:spMkLst>
        </pc:spChg>
        <pc:graphicFrameChg chg="add mod">
          <ac:chgData name="Paul Blom" userId="814a0a59-cf89-4a55-b3d9-2a50127fef14" providerId="ADAL" clId="{3A38A021-4899-4DC0-8E7E-7B6CA390BF14}" dt="2023-01-17T12:34:07.549" v="29" actId="1076"/>
          <ac:graphicFrameMkLst>
            <pc:docMk/>
            <pc:sldMk cId="3557831057" sldId="2147376981"/>
            <ac:graphicFrameMk id="2" creationId="{30BFC8B3-E0B3-E27E-EB80-2071F83803CC}"/>
          </ac:graphicFrameMkLst>
        </pc:graphicFrameChg>
        <pc:graphicFrameChg chg="del">
          <ac:chgData name="Paul Blom" userId="814a0a59-cf89-4a55-b3d9-2a50127fef14" providerId="ADAL" clId="{3A38A021-4899-4DC0-8E7E-7B6CA390BF14}" dt="2023-01-17T12:33:44.114" v="27" actId="478"/>
          <ac:graphicFrameMkLst>
            <pc:docMk/>
            <pc:sldMk cId="3557831057" sldId="2147376981"/>
            <ac:graphicFrameMk id="4" creationId="{469A00A3-2ED3-4DE4-B4EA-6A161863731A}"/>
          </ac:graphicFrameMkLst>
        </pc:graphicFrameChg>
      </pc:sldChg>
      <pc:sldChg chg="delSp modSp mod">
        <pc:chgData name="Paul Blom" userId="814a0a59-cf89-4a55-b3d9-2a50127fef14" providerId="ADAL" clId="{3A38A021-4899-4DC0-8E7E-7B6CA390BF14}" dt="2023-01-17T12:34:22.545" v="37" actId="20577"/>
        <pc:sldMkLst>
          <pc:docMk/>
          <pc:sldMk cId="3358251623" sldId="2147376982"/>
        </pc:sldMkLst>
        <pc:spChg chg="mod">
          <ac:chgData name="Paul Blom" userId="814a0a59-cf89-4a55-b3d9-2a50127fef14" providerId="ADAL" clId="{3A38A021-4899-4DC0-8E7E-7B6CA390BF14}" dt="2023-01-17T12:34:22.545" v="37" actId="20577"/>
          <ac:spMkLst>
            <pc:docMk/>
            <pc:sldMk cId="3358251623" sldId="2147376982"/>
            <ac:spMk id="3" creationId="{78292416-F190-48DF-87E5-B5703F62D78B}"/>
          </ac:spMkLst>
        </pc:spChg>
        <pc:graphicFrameChg chg="del">
          <ac:chgData name="Paul Blom" userId="814a0a59-cf89-4a55-b3d9-2a50127fef14" providerId="ADAL" clId="{3A38A021-4899-4DC0-8E7E-7B6CA390BF14}" dt="2023-01-17T12:34:15.929" v="31" actId="478"/>
          <ac:graphicFrameMkLst>
            <pc:docMk/>
            <pc:sldMk cId="3358251623" sldId="2147376982"/>
            <ac:graphicFrameMk id="4" creationId="{469A00A3-2ED3-4DE4-B4EA-6A161863731A}"/>
          </ac:graphicFrameMkLst>
        </pc:graphicFrameChg>
      </pc:sldChg>
      <pc:sldChg chg="modSp mod">
        <pc:chgData name="Paul Blom" userId="814a0a59-cf89-4a55-b3d9-2a50127fef14" providerId="ADAL" clId="{3A38A021-4899-4DC0-8E7E-7B6CA390BF14}" dt="2023-01-17T13:15:37.910" v="842" actId="20577"/>
        <pc:sldMkLst>
          <pc:docMk/>
          <pc:sldMk cId="2956659145" sldId="2147376983"/>
        </pc:sldMkLst>
        <pc:spChg chg="mod">
          <ac:chgData name="Paul Blom" userId="814a0a59-cf89-4a55-b3d9-2a50127fef14" providerId="ADAL" clId="{3A38A021-4899-4DC0-8E7E-7B6CA390BF14}" dt="2023-01-17T13:15:37.910" v="842" actId="20577"/>
          <ac:spMkLst>
            <pc:docMk/>
            <pc:sldMk cId="2956659145" sldId="2147376983"/>
            <ac:spMk id="8" creationId="{00000000-0000-0000-0000-000000000000}"/>
          </ac:spMkLst>
        </pc:spChg>
      </pc:sldChg>
      <pc:sldChg chg="del">
        <pc:chgData name="Paul Blom" userId="814a0a59-cf89-4a55-b3d9-2a50127fef14" providerId="ADAL" clId="{3A38A021-4899-4DC0-8E7E-7B6CA390BF14}" dt="2023-01-17T11:18:30.176" v="18" actId="2696"/>
        <pc:sldMkLst>
          <pc:docMk/>
          <pc:sldMk cId="3647129546" sldId="2147376984"/>
        </pc:sldMkLst>
      </pc:sldChg>
      <pc:sldChg chg="del">
        <pc:chgData name="Paul Blom" userId="814a0a59-cf89-4a55-b3d9-2a50127fef14" providerId="ADAL" clId="{3A38A021-4899-4DC0-8E7E-7B6CA390BF14}" dt="2023-01-17T11:18:30.176" v="18" actId="2696"/>
        <pc:sldMkLst>
          <pc:docMk/>
          <pc:sldMk cId="1932915752" sldId="2147376985"/>
        </pc:sldMkLst>
      </pc:sldChg>
      <pc:sldChg chg="del">
        <pc:chgData name="Paul Blom" userId="814a0a59-cf89-4a55-b3d9-2a50127fef14" providerId="ADAL" clId="{3A38A021-4899-4DC0-8E7E-7B6CA390BF14}" dt="2023-01-17T12:34:13.510" v="30" actId="2696"/>
        <pc:sldMkLst>
          <pc:docMk/>
          <pc:sldMk cId="3502872016" sldId="21473769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D6AB3-1FC3-40EB-A3B6-64928D3773A9}" type="datetimeFigureOut">
              <a:rPr lang="en-NL" smtClean="0"/>
              <a:t>17/01/2023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F964A-1E4B-472C-9157-B9D4B23DA4E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5315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4D9DF4-3403-A94A-BB37-A67524CF1F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2965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1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3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4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5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6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9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0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2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3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4.bin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709646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4554" y="1486301"/>
            <a:ext cx="11448000" cy="471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400">
                <a:solidFill>
                  <a:schemeClr val="tx1"/>
                </a:solidFill>
                <a:latin typeface="FedEx Sans"/>
              </a:defRPr>
            </a:lvl1pPr>
            <a:lvl2pPr rtl="0">
              <a:defRPr sz="1400">
                <a:solidFill>
                  <a:schemeClr val="tx1"/>
                </a:solidFill>
                <a:latin typeface="FedEx Sans"/>
              </a:defRPr>
            </a:lvl2pPr>
            <a:lvl3pPr rtl="0">
              <a:defRPr sz="1400">
                <a:solidFill>
                  <a:schemeClr val="tx1"/>
                </a:solidFill>
                <a:latin typeface="FedEx Sans"/>
              </a:defRPr>
            </a:lvl3pPr>
            <a:lvl4pPr rtl="0">
              <a:defRPr sz="1400">
                <a:solidFill>
                  <a:schemeClr val="tx1"/>
                </a:solidFill>
                <a:latin typeface="FedEx Sans"/>
              </a:defRPr>
            </a:lvl4pPr>
            <a:lvl5pPr rtl="0">
              <a:defRPr sz="1400">
                <a:solidFill>
                  <a:schemeClr val="tx1"/>
                </a:solidFill>
                <a:latin typeface="FedEx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E924410-AB68-403B-977E-3DBFAEDBFA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554" y="25657"/>
            <a:ext cx="11453813" cy="25200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600" kern="1200" dirty="0" smtClean="0">
                <a:solidFill>
                  <a:srgbClr val="636669"/>
                </a:solidFill>
                <a:latin typeface="FedEx Sans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DC830D7-FB5F-49F4-B1AA-8B6FA4615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CFA2EFA-E40F-420C-8AED-0AD3375F416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4554" y="1163067"/>
            <a:ext cx="11448000" cy="288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1">
                <a:solidFill>
                  <a:schemeClr val="tx1"/>
                </a:solidFill>
                <a:latin typeface="FedEx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042A4F21-DEDC-4812-869C-690CE8E0D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95AE0663-A7A7-4CF4-B821-CF0DD13A1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2314769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Header +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3610940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0019372-5AD7-4351-B3A6-B9BE35F95D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554" y="1486301"/>
            <a:ext cx="11448000" cy="471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400">
                <a:solidFill>
                  <a:schemeClr val="tx1"/>
                </a:solidFill>
                <a:latin typeface="FedEx Sans"/>
              </a:defRPr>
            </a:lvl1pPr>
            <a:lvl2pPr rtl="0">
              <a:defRPr sz="1400">
                <a:solidFill>
                  <a:schemeClr val="tx1"/>
                </a:solidFill>
                <a:latin typeface="FedEx Sans"/>
              </a:defRPr>
            </a:lvl2pPr>
            <a:lvl3pPr rtl="0">
              <a:defRPr sz="1400">
                <a:solidFill>
                  <a:schemeClr val="tx1"/>
                </a:solidFill>
                <a:latin typeface="FedEx Sans"/>
              </a:defRPr>
            </a:lvl3pPr>
            <a:lvl4pPr rtl="0">
              <a:defRPr sz="1400">
                <a:solidFill>
                  <a:schemeClr val="tx1"/>
                </a:solidFill>
                <a:latin typeface="FedEx Sans"/>
              </a:defRPr>
            </a:lvl4pPr>
            <a:lvl5pPr rtl="0">
              <a:defRPr sz="1400">
                <a:solidFill>
                  <a:schemeClr val="tx1"/>
                </a:solidFill>
                <a:latin typeface="FedEx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62CFCCB5-3C7B-4AB3-B9B8-F3480F7D3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B02F31BB-9C45-4D65-B0D9-4C0238AF0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9AB78346-A9F1-473C-978D-616929CB7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5192186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7022822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380FB21-9D9B-497C-8ACE-CAB5A7B1B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20E67264-9254-4091-A2AB-5B163E80A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FA0E2D52-38C2-4A92-AB2E-1D36261B2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6446624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Full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5787540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2B89CC6-1B03-43C4-93B6-EB0390C6E1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554" y="25657"/>
            <a:ext cx="11453813" cy="25200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600" kern="1200" dirty="0" smtClean="0">
                <a:solidFill>
                  <a:srgbClr val="636669"/>
                </a:solidFill>
                <a:latin typeface="FedEx Sans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331DDF26-AC0D-4B9C-9165-450D657C69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F27BD0A9-7AE8-4DF7-83A7-47D168F8612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4554" y="1163067"/>
            <a:ext cx="11448000" cy="288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1">
                <a:solidFill>
                  <a:schemeClr val="tx1"/>
                </a:solidFill>
                <a:latin typeface="FedEx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F5EFE8D9-EE96-4968-9326-7D2C49C41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78E7DDEE-2F01-4B99-AB31-465314419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8990731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2069427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FFF86774-3475-47A4-A191-EECF28E53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4EEFEA76-A4C1-4072-9237-7ACDDF1DC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2903674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2553333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68C37E0-0F64-4F5D-BB67-4540063BA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1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D211BF-851E-4B4E-A3DA-E01F0A459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00F68-DD41-408A-AC83-46784DB47C86}"/>
              </a:ext>
            </a:extLst>
          </p:cNvPr>
          <p:cNvSpPr/>
          <p:nvPr userDrawn="1"/>
        </p:nvSpPr>
        <p:spPr>
          <a:xfrm>
            <a:off x="4274288" y="6305107"/>
            <a:ext cx="7783033" cy="39340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80258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er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6741594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68C37E0-0F64-4F5D-BB67-4540063BA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1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D211BF-851E-4B4E-A3DA-E01F0A459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00F68-DD41-408A-AC83-46784DB47C86}"/>
              </a:ext>
            </a:extLst>
          </p:cNvPr>
          <p:cNvSpPr/>
          <p:nvPr userDrawn="1"/>
        </p:nvSpPr>
        <p:spPr>
          <a:xfrm>
            <a:off x="4274288" y="6305107"/>
            <a:ext cx="7783033" cy="39340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 descr="A tall building&#10;&#10;Description automatically generated">
            <a:extLst>
              <a:ext uri="{FF2B5EF4-FFF2-40B4-BE49-F238E27FC236}">
                <a16:creationId xmlns:a16="http://schemas.microsoft.com/office/drawing/2014/main" id="{366AC566-3916-415D-936F-BC3ACF3525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CFB8620-7CD3-4D2D-83D2-219B9BC922C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FF6600">
                  <a:alpha val="75000"/>
                </a:srgbClr>
              </a:gs>
              <a:gs pos="33000">
                <a:srgbClr val="7D22C3">
                  <a:alpha val="75000"/>
                </a:srgbClr>
              </a:gs>
              <a:gs pos="0">
                <a:schemeClr val="tx2">
                  <a:alpha val="7500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92E903F1-7AC0-4DD9-A9E5-BBC84F78C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4439" y="2996288"/>
            <a:ext cx="6823123" cy="8280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ctr" rtl="0">
              <a:defRPr sz="4000">
                <a:solidFill>
                  <a:schemeClr val="bg1"/>
                </a:solidFill>
                <a:latin typeface="FedEx Sans"/>
              </a:defRPr>
            </a:lvl1pPr>
          </a:lstStyle>
          <a:p>
            <a:r>
              <a:rPr lang="en-US"/>
              <a:t>&lt;Click to insert divider title&gt;</a:t>
            </a:r>
          </a:p>
        </p:txBody>
      </p:sp>
    </p:spTree>
    <p:extLst>
      <p:ext uri="{BB962C8B-B14F-4D97-AF65-F5344CB8AC3E}">
        <p14:creationId xmlns:p14="http://schemas.microsoft.com/office/powerpoint/2010/main" val="308084875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LC_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4771975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7805" y="1530073"/>
            <a:ext cx="11444400" cy="4670702"/>
          </a:xfrm>
        </p:spPr>
        <p:txBody>
          <a:bodyPr/>
          <a:lstStyle>
            <a:lvl1pPr rtl="0">
              <a:defRPr sz="1600">
                <a:solidFill>
                  <a:schemeClr val="tx1"/>
                </a:solidFill>
                <a:latin typeface="+mj-lt"/>
              </a:defRPr>
            </a:lvl1pPr>
            <a:lvl2pPr rtl="0">
              <a:defRPr sz="1600">
                <a:solidFill>
                  <a:schemeClr val="tx1"/>
                </a:solidFill>
                <a:latin typeface="+mj-lt"/>
              </a:defRPr>
            </a:lvl2pPr>
            <a:lvl3pPr rtl="0">
              <a:defRPr sz="1600">
                <a:solidFill>
                  <a:schemeClr val="tx1"/>
                </a:solidFill>
                <a:latin typeface="+mj-lt"/>
              </a:defRPr>
            </a:lvl3pPr>
            <a:lvl4pPr rtl="0">
              <a:defRPr sz="1600">
                <a:solidFill>
                  <a:schemeClr val="tx1"/>
                </a:solidFill>
                <a:latin typeface="+mj-lt"/>
              </a:defRPr>
            </a:lvl4pPr>
            <a:lvl5pPr rtl="0"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E924410-AB68-403B-977E-3DBFAEDBFA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75" y="36401"/>
            <a:ext cx="11453813" cy="269485"/>
          </a:xfrm>
        </p:spPr>
        <p:txBody>
          <a:bodyPr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800" kern="1200" dirty="0" smtClean="0">
                <a:solidFill>
                  <a:schemeClr val="bg1">
                    <a:lumMod val="50000"/>
                  </a:schemeClr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DC830D7-FB5F-49F4-B1AA-8B6FA4615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805" y="305252"/>
            <a:ext cx="11444400" cy="853200"/>
          </a:xfrm>
        </p:spPr>
        <p:txBody>
          <a:bodyPr vert="horz" anchor="t"/>
          <a:lstStyle>
            <a:lvl1pPr rtl="0">
              <a:defRPr sz="2800"/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CFA2EFA-E40F-420C-8AED-0AD3375F416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7805" y="1166813"/>
            <a:ext cx="11444400" cy="282575"/>
          </a:xfrm>
        </p:spPr>
        <p:txBody>
          <a:bodyPr lIns="0" tIns="0" rIns="0" bIns="0"/>
          <a:lstStyle>
            <a:lvl1pPr marL="0" indent="0" rtl="0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7063F3F-9042-432C-AABE-CDB16979B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705" y="6416706"/>
            <a:ext cx="457201" cy="20116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700">
                <a:solidFill>
                  <a:schemeClr val="bg2"/>
                </a:solidFill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C12A2C2-3C80-4722-A14E-FE97670DF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4695" y="6416706"/>
            <a:ext cx="1901952" cy="20116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>
                <a:solidFill>
                  <a:srgbClr val="636669"/>
                </a:solidFill>
                <a:latin typeface="Arial" panose="020B0604020202020204"/>
                <a:ea typeface="Arial" charset="0"/>
                <a:cs typeface="Arial" charset="0"/>
              </a:rPr>
              <a:t>FedEx Proprietary and Confidential 2021 </a:t>
            </a:r>
            <a:endParaRPr lang="en-US">
              <a:solidFill>
                <a:srgbClr val="63666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7453465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336C-4023-45A3-847F-286617774601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2E6B-00B6-F840-9643-4D74B9E7D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95856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Header +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255337"/>
              </p:ext>
            </p:ext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0019372-5AD7-4351-B3A6-B9BE35F95D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554" y="1486301"/>
            <a:ext cx="11448000" cy="471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FedEx Sans"/>
              </a:defRPr>
            </a:lvl1pPr>
            <a:lvl2pPr>
              <a:defRPr sz="1400">
                <a:solidFill>
                  <a:schemeClr val="tx1"/>
                </a:solidFill>
                <a:latin typeface="FedEx Sans"/>
              </a:defRPr>
            </a:lvl2pPr>
            <a:lvl3pPr>
              <a:defRPr sz="1400">
                <a:solidFill>
                  <a:schemeClr val="tx1"/>
                </a:solidFill>
                <a:latin typeface="FedEx Sans"/>
              </a:defRPr>
            </a:lvl3pPr>
            <a:lvl4pPr>
              <a:defRPr sz="1400">
                <a:solidFill>
                  <a:schemeClr val="tx1"/>
                </a:solidFill>
                <a:latin typeface="FedEx Sans"/>
              </a:defRPr>
            </a:lvl4pPr>
            <a:lvl5pPr>
              <a:defRPr sz="1400">
                <a:solidFill>
                  <a:schemeClr val="tx1"/>
                </a:solidFill>
                <a:latin typeface="FedEx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62CFCCB5-3C7B-4AB3-B9B8-F3480F7D3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B02F31BB-9C45-4D65-B0D9-4C0238AF0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9AB78346-A9F1-473C-978D-616929CB7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7714267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4554" y="1486301"/>
            <a:ext cx="11448000" cy="471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400">
                <a:solidFill>
                  <a:schemeClr val="tx1"/>
                </a:solidFill>
                <a:latin typeface="FedEx Sans"/>
              </a:defRPr>
            </a:lvl1pPr>
            <a:lvl2pPr rtl="0">
              <a:defRPr sz="1400">
                <a:solidFill>
                  <a:schemeClr val="tx1"/>
                </a:solidFill>
                <a:latin typeface="FedEx Sans"/>
              </a:defRPr>
            </a:lvl2pPr>
            <a:lvl3pPr rtl="0">
              <a:defRPr sz="1400">
                <a:solidFill>
                  <a:schemeClr val="tx1"/>
                </a:solidFill>
                <a:latin typeface="FedEx Sans"/>
              </a:defRPr>
            </a:lvl3pPr>
            <a:lvl4pPr rtl="0">
              <a:defRPr sz="1400">
                <a:solidFill>
                  <a:schemeClr val="tx1"/>
                </a:solidFill>
                <a:latin typeface="FedEx Sans"/>
              </a:defRPr>
            </a:lvl4pPr>
            <a:lvl5pPr rtl="0">
              <a:defRPr sz="1400">
                <a:solidFill>
                  <a:schemeClr val="tx1"/>
                </a:solidFill>
                <a:latin typeface="FedEx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E924410-AB68-403B-977E-3DBFAEDBFA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554" y="25657"/>
            <a:ext cx="11453813" cy="25200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600" kern="1200" dirty="0" smtClean="0">
                <a:solidFill>
                  <a:srgbClr val="636669"/>
                </a:solidFill>
                <a:latin typeface="FedEx Sans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DC830D7-FB5F-49F4-B1AA-8B6FA4615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CFA2EFA-E40F-420C-8AED-0AD3375F416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4554" y="1163067"/>
            <a:ext cx="11448000" cy="288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1">
                <a:solidFill>
                  <a:schemeClr val="tx1"/>
                </a:solidFill>
                <a:latin typeface="FedEx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042A4F21-DEDC-4812-869C-690CE8E0D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95AE0663-A7A7-4CF4-B821-CF0DD13A1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75037959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Header +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0019372-5AD7-4351-B3A6-B9BE35F95D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554" y="1486301"/>
            <a:ext cx="11448000" cy="471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400">
                <a:solidFill>
                  <a:schemeClr val="tx1"/>
                </a:solidFill>
                <a:latin typeface="FedEx Sans"/>
              </a:defRPr>
            </a:lvl1pPr>
            <a:lvl2pPr rtl="0">
              <a:defRPr sz="1400">
                <a:solidFill>
                  <a:schemeClr val="tx1"/>
                </a:solidFill>
                <a:latin typeface="FedEx Sans"/>
              </a:defRPr>
            </a:lvl2pPr>
            <a:lvl3pPr rtl="0">
              <a:defRPr sz="1400">
                <a:solidFill>
                  <a:schemeClr val="tx1"/>
                </a:solidFill>
                <a:latin typeface="FedEx Sans"/>
              </a:defRPr>
            </a:lvl3pPr>
            <a:lvl4pPr rtl="0">
              <a:defRPr sz="1400">
                <a:solidFill>
                  <a:schemeClr val="tx1"/>
                </a:solidFill>
                <a:latin typeface="FedEx Sans"/>
              </a:defRPr>
            </a:lvl4pPr>
            <a:lvl5pPr rtl="0">
              <a:defRPr sz="1400">
                <a:solidFill>
                  <a:schemeClr val="tx1"/>
                </a:solidFill>
                <a:latin typeface="FedEx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62CFCCB5-3C7B-4AB3-B9B8-F3480F7D3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B02F31BB-9C45-4D65-B0D9-4C0238AF0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9AB78346-A9F1-473C-978D-616929CB7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7444347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380FB21-9D9B-497C-8ACE-CAB5A7B1B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20E67264-9254-4091-A2AB-5B163E80A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FA0E2D52-38C2-4A92-AB2E-1D36261B2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062532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Full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2B89CC6-1B03-43C4-93B6-EB0390C6E1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554" y="25657"/>
            <a:ext cx="11453813" cy="25200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600" kern="1200" dirty="0" smtClean="0">
                <a:solidFill>
                  <a:srgbClr val="636669"/>
                </a:solidFill>
                <a:latin typeface="FedEx Sans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331DDF26-AC0D-4B9C-9165-450D657C69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 rtl="0"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F27BD0A9-7AE8-4DF7-83A7-47D168F8612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4554" y="1163067"/>
            <a:ext cx="11448000" cy="288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1">
                <a:solidFill>
                  <a:schemeClr val="tx1"/>
                </a:solidFill>
                <a:latin typeface="FedEx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F5EFE8D9-EE96-4968-9326-7D2C49C41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78E7DDEE-2F01-4B99-AB31-465314419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7492608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FFF86774-3475-47A4-A191-EECF28E53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4EEFEA76-A4C1-4072-9237-7ACDDF1DC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5160303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68C37E0-0F64-4F5D-BB67-4540063BA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1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D211BF-851E-4B4E-A3DA-E01F0A459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00F68-DD41-408A-AC83-46784DB47C86}"/>
              </a:ext>
            </a:extLst>
          </p:cNvPr>
          <p:cNvSpPr/>
          <p:nvPr userDrawn="1"/>
        </p:nvSpPr>
        <p:spPr>
          <a:xfrm>
            <a:off x="4274288" y="6305107"/>
            <a:ext cx="7783033" cy="39340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98128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er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68C37E0-0F64-4F5D-BB67-4540063BA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1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D211BF-851E-4B4E-A3DA-E01F0A459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00F68-DD41-408A-AC83-46784DB47C86}"/>
              </a:ext>
            </a:extLst>
          </p:cNvPr>
          <p:cNvSpPr/>
          <p:nvPr userDrawn="1"/>
        </p:nvSpPr>
        <p:spPr>
          <a:xfrm>
            <a:off x="4274288" y="6305107"/>
            <a:ext cx="7783033" cy="39340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 descr="A tall building&#10;&#10;Description automatically generated">
            <a:extLst>
              <a:ext uri="{FF2B5EF4-FFF2-40B4-BE49-F238E27FC236}">
                <a16:creationId xmlns:a16="http://schemas.microsoft.com/office/drawing/2014/main" id="{366AC566-3916-415D-936F-BC3ACF3525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CFB8620-7CD3-4D2D-83D2-219B9BC922C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FF6600">
                  <a:alpha val="75000"/>
                </a:srgbClr>
              </a:gs>
              <a:gs pos="33000">
                <a:srgbClr val="7D22C3">
                  <a:alpha val="75000"/>
                </a:srgbClr>
              </a:gs>
              <a:gs pos="0">
                <a:schemeClr val="tx2">
                  <a:alpha val="7500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92E903F1-7AC0-4DD9-A9E5-BBC84F78C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4439" y="2996288"/>
            <a:ext cx="6823123" cy="8280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ctr" rtl="0">
              <a:defRPr sz="4000">
                <a:solidFill>
                  <a:schemeClr val="bg1"/>
                </a:solidFill>
                <a:latin typeface="FedEx Sans"/>
              </a:defRPr>
            </a:lvl1pPr>
          </a:lstStyle>
          <a:p>
            <a:r>
              <a:rPr lang="en-US"/>
              <a:t>&lt;Click to insert divider title&gt;</a:t>
            </a:r>
          </a:p>
        </p:txBody>
      </p:sp>
    </p:spTree>
    <p:extLst>
      <p:ext uri="{BB962C8B-B14F-4D97-AF65-F5344CB8AC3E}">
        <p14:creationId xmlns:p14="http://schemas.microsoft.com/office/powerpoint/2010/main" val="52690878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LC_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7805" y="1530073"/>
            <a:ext cx="11444400" cy="4670702"/>
          </a:xfrm>
        </p:spPr>
        <p:txBody>
          <a:bodyPr/>
          <a:lstStyle>
            <a:lvl1pPr rtl="0">
              <a:defRPr sz="1600">
                <a:solidFill>
                  <a:schemeClr val="tx1"/>
                </a:solidFill>
                <a:latin typeface="+mj-lt"/>
              </a:defRPr>
            </a:lvl1pPr>
            <a:lvl2pPr rtl="0">
              <a:defRPr sz="1600">
                <a:solidFill>
                  <a:schemeClr val="tx1"/>
                </a:solidFill>
                <a:latin typeface="+mj-lt"/>
              </a:defRPr>
            </a:lvl2pPr>
            <a:lvl3pPr rtl="0">
              <a:defRPr sz="1600">
                <a:solidFill>
                  <a:schemeClr val="tx1"/>
                </a:solidFill>
                <a:latin typeface="+mj-lt"/>
              </a:defRPr>
            </a:lvl3pPr>
            <a:lvl4pPr rtl="0">
              <a:defRPr sz="1600">
                <a:solidFill>
                  <a:schemeClr val="tx1"/>
                </a:solidFill>
                <a:latin typeface="+mj-lt"/>
              </a:defRPr>
            </a:lvl4pPr>
            <a:lvl5pPr rtl="0"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E924410-AB68-403B-977E-3DBFAEDBFA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75" y="36401"/>
            <a:ext cx="11453813" cy="269485"/>
          </a:xfrm>
        </p:spPr>
        <p:txBody>
          <a:bodyPr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800" kern="1200" dirty="0" smtClean="0">
                <a:solidFill>
                  <a:schemeClr val="bg1">
                    <a:lumMod val="50000"/>
                  </a:schemeClr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DC830D7-FB5F-49F4-B1AA-8B6FA4615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805" y="305252"/>
            <a:ext cx="11444400" cy="853200"/>
          </a:xfrm>
        </p:spPr>
        <p:txBody>
          <a:bodyPr vert="horz" anchor="t"/>
          <a:lstStyle>
            <a:lvl1pPr rtl="0">
              <a:defRPr sz="2800"/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CFA2EFA-E40F-420C-8AED-0AD3375F416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7805" y="1166813"/>
            <a:ext cx="11444400" cy="282575"/>
          </a:xfrm>
        </p:spPr>
        <p:txBody>
          <a:bodyPr lIns="0" tIns="0" rIns="0" bIns="0"/>
          <a:lstStyle>
            <a:lvl1pPr marL="0" indent="0" rtl="0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7063F3F-9042-432C-AABE-CDB16979B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705" y="6416706"/>
            <a:ext cx="457201" cy="20116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700">
                <a:solidFill>
                  <a:schemeClr val="bg2"/>
                </a:solidFill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C12A2C2-3C80-4722-A14E-FE97670DF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4695" y="6416706"/>
            <a:ext cx="1901952" cy="20116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>
                <a:solidFill>
                  <a:srgbClr val="636669"/>
                </a:solidFill>
                <a:latin typeface="Arial" panose="020B0604020202020204"/>
                <a:ea typeface="Arial" charset="0"/>
                <a:cs typeface="Arial" charset="0"/>
              </a:rPr>
              <a:t>FedEx Proprietary and Confidential 2021 </a:t>
            </a:r>
            <a:endParaRPr lang="en-US">
              <a:solidFill>
                <a:srgbClr val="63666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8241979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74554" y="1486301"/>
            <a:ext cx="11448000" cy="471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FedEx Sans"/>
              </a:defRPr>
            </a:lvl1pPr>
            <a:lvl2pPr>
              <a:defRPr sz="1400">
                <a:solidFill>
                  <a:schemeClr val="tx1"/>
                </a:solidFill>
                <a:latin typeface="FedEx Sans"/>
              </a:defRPr>
            </a:lvl2pPr>
            <a:lvl3pPr>
              <a:defRPr sz="1400">
                <a:solidFill>
                  <a:schemeClr val="tx1"/>
                </a:solidFill>
                <a:latin typeface="FedEx Sans"/>
              </a:defRPr>
            </a:lvl3pPr>
            <a:lvl4pPr>
              <a:defRPr sz="1400">
                <a:solidFill>
                  <a:schemeClr val="tx1"/>
                </a:solidFill>
                <a:latin typeface="FedEx Sans"/>
              </a:defRPr>
            </a:lvl4pPr>
            <a:lvl5pPr>
              <a:defRPr sz="1400">
                <a:solidFill>
                  <a:schemeClr val="tx1"/>
                </a:solidFill>
                <a:latin typeface="FedEx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E924410-AB68-403B-977E-3DBFAEDBFA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554" y="25657"/>
            <a:ext cx="11453813" cy="252000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itchFamily="34" charset="0"/>
              <a:buNone/>
              <a:tabLst/>
              <a:defRPr lang="en-US" sz="1600" kern="1200" dirty="0" smtClean="0">
                <a:solidFill>
                  <a:srgbClr val="636669"/>
                </a:solidFill>
                <a:latin typeface="FedEx Sans"/>
                <a:ea typeface="ＭＳ Ｐゴシック" pitchFamily="34" charset="-128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 smtClean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1800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5pPr>
          </a:lstStyle>
          <a:p>
            <a:pPr lvl="0"/>
            <a:r>
              <a:rPr lang="en-US"/>
              <a:t>&lt;Insert Section&gt;</a:t>
            </a: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DC830D7-FB5F-49F4-B1AA-8B6FA4615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54" y="298253"/>
            <a:ext cx="11448000" cy="82800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defRPr sz="2800">
                <a:solidFill>
                  <a:schemeClr val="tx1"/>
                </a:solidFill>
                <a:latin typeface="FedEx Sans"/>
              </a:defRPr>
            </a:lvl1pPr>
          </a:lstStyle>
          <a:p>
            <a:r>
              <a:rPr lang="en-US"/>
              <a:t>&lt;Click to insert slide title&gt;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CFA2EFA-E40F-420C-8AED-0AD3375F416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4554" y="1163067"/>
            <a:ext cx="11448000" cy="28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tx1"/>
                </a:solidFill>
                <a:latin typeface="FedEx San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90331-166A-44F1-B03C-90BB732D8AF7}"/>
              </a:ext>
            </a:extLst>
          </p:cNvPr>
          <p:cNvSpPr/>
          <p:nvPr userDrawn="1"/>
        </p:nvSpPr>
        <p:spPr>
          <a:xfrm>
            <a:off x="-2" y="6691274"/>
            <a:ext cx="12192000" cy="166726"/>
          </a:xfrm>
          <a:prstGeom prst="rect">
            <a:avLst/>
          </a:prstGeom>
          <a:gradFill flip="none" rotWithShape="1">
            <a:gsLst>
              <a:gs pos="100000">
                <a:srgbClr val="FF6600"/>
              </a:gs>
              <a:gs pos="33000">
                <a:srgbClr val="7D22C3"/>
              </a:gs>
              <a:gs pos="0">
                <a:schemeClr val="accent5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042A4F21-DEDC-4812-869C-690CE8E0D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95AE0663-A7A7-4CF4-B821-CF0DD13A1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9437624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68C37E0-0F64-4F5D-BB67-4540063BA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nl-NL" sz="800" smtClean="0">
                <a:solidFill>
                  <a:schemeClr val="accent1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D211BF-851E-4B4E-A3DA-E01F0A459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00F68-DD41-408A-AC83-46784DB47C86}"/>
              </a:ext>
            </a:extLst>
          </p:cNvPr>
          <p:cNvSpPr/>
          <p:nvPr userDrawn="1"/>
        </p:nvSpPr>
        <p:spPr>
          <a:xfrm>
            <a:off x="4274288" y="6305107"/>
            <a:ext cx="7783033" cy="39340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94438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er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68C37E0-0F64-4F5D-BB67-4540063BA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nl-NL" sz="800" smtClean="0">
                <a:solidFill>
                  <a:schemeClr val="accent1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D211BF-851E-4B4E-A3DA-E01F0A459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00F68-DD41-408A-AC83-46784DB47C86}"/>
              </a:ext>
            </a:extLst>
          </p:cNvPr>
          <p:cNvSpPr/>
          <p:nvPr userDrawn="1"/>
        </p:nvSpPr>
        <p:spPr>
          <a:xfrm>
            <a:off x="4274288" y="6305107"/>
            <a:ext cx="7783033" cy="39340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 descr="A tall building&#10;&#10;Description automatically generated">
            <a:extLst>
              <a:ext uri="{FF2B5EF4-FFF2-40B4-BE49-F238E27FC236}">
                <a16:creationId xmlns:a16="http://schemas.microsoft.com/office/drawing/2014/main" id="{366AC566-3916-415D-936F-BC3ACF3525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CFB8620-7CD3-4D2D-83D2-219B9BC922C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FF6600">
                  <a:alpha val="75000"/>
                </a:srgbClr>
              </a:gs>
              <a:gs pos="33000">
                <a:srgbClr val="7D22C3">
                  <a:alpha val="75000"/>
                </a:srgbClr>
              </a:gs>
              <a:gs pos="0">
                <a:schemeClr val="tx2">
                  <a:alpha val="7500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92E903F1-7AC0-4DD9-A9E5-BBC84F78C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4439" y="2996288"/>
            <a:ext cx="6823123" cy="8280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ctr">
              <a:defRPr sz="4000">
                <a:solidFill>
                  <a:schemeClr val="bg1"/>
                </a:solidFill>
                <a:latin typeface="FedEx Sans"/>
              </a:defRPr>
            </a:lvl1pPr>
          </a:lstStyle>
          <a:p>
            <a:r>
              <a:rPr lang="en-US"/>
              <a:t>&lt;Click to insert divider title&gt;</a:t>
            </a:r>
          </a:p>
        </p:txBody>
      </p:sp>
    </p:spTree>
    <p:extLst>
      <p:ext uri="{BB962C8B-B14F-4D97-AF65-F5344CB8AC3E}">
        <p14:creationId xmlns:p14="http://schemas.microsoft.com/office/powerpoint/2010/main" val="117183202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9FAE25-9B3C-4B87-BC98-70AB88EFF6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27003" y="1539351"/>
            <a:ext cx="2334409" cy="43957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30B760-A1A4-4C73-AAA8-5D5FBCB19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675" y="6571488"/>
            <a:ext cx="1901952" cy="20116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bg2"/>
                </a:solidFill>
              </a:rPr>
              <a:t>FedEx Proprietary and Confidential 2021 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E9C6511C-5A07-4571-976E-37BDA101641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382125" y="6407531"/>
            <a:ext cx="2743200" cy="365125"/>
          </a:xfrm>
        </p:spPr>
        <p:txBody>
          <a:bodyPr/>
          <a:lstStyle/>
          <a:p>
            <a:pPr>
              <a:defRPr/>
            </a:pPr>
            <a:fld id="{583AEE58-AB03-4533-B7B8-6311303442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94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0.bin"/><Relationship Id="rId4" Type="http://schemas.openxmlformats.org/officeDocument/2006/relationships/tags" Target="../tags/tag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ags" Target="../tags/tag24.xml"/><Relationship Id="rId5" Type="http://schemas.openxmlformats.org/officeDocument/2006/relationships/slideLayout" Target="../slideLayouts/slideLayout15.xml"/><Relationship Id="rId10" Type="http://schemas.openxmlformats.org/officeDocument/2006/relationships/tags" Target="../tags/tag23.xml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slideLayout" Target="../slideLayouts/slideLayout21.xml"/><Relationship Id="rId7" Type="http://schemas.openxmlformats.org/officeDocument/2006/relationships/tags" Target="../tags/tag4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ags" Target="../tags/tag41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4653012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94" imgH="595" progId="TCLayout.ActiveDocument.1">
                  <p:embed/>
                </p:oleObj>
              </mc:Choice>
              <mc:Fallback>
                <p:oleObj name="think-cell Slide" r:id="rId13" imgW="594" imgH="59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319691E-529D-430B-A4A8-60E364159F74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E876C0AF-689D-4312-B254-90D481C0B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52DF9483-9D9F-4EF7-B472-4D62776A7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2022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3467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87" r:id="rId9"/>
  </p:sldLayoutIdLst>
  <p:transition/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800" kern="1200" dirty="0">
          <a:solidFill>
            <a:schemeClr val="tx1"/>
          </a:solidFill>
          <a:latin typeface="FedEx Sans"/>
          <a:ea typeface="ＭＳ Ｐゴシック" pitchFamily="34" charset="-128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5pPr>
      <a:lvl6pPr marL="5447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6pPr>
      <a:lvl7pPr marL="108949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7pPr>
      <a:lvl8pPr marL="163424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8pPr>
      <a:lvl9pPr marL="217899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0" indent="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defRPr sz="1800" b="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1pPr>
      <a:lvl2pPr marL="180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2pPr>
      <a:lvl3pPr marL="432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3pPr>
      <a:lvl4pPr marL="684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4pPr>
      <a:lvl5pPr marL="936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 baseline="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5pPr>
      <a:lvl6pPr marL="1340083" indent="-250584" algn="l" defTabSz="1089498" rtl="0" eaLnBrk="1" latinLnBrk="0" hangingPunct="1">
        <a:spcBef>
          <a:spcPct val="20000"/>
        </a:spcBef>
        <a:buSzPct val="64000"/>
        <a:buFont typeface="Courier New" pitchFamily="49" charset="0"/>
        <a:buChar char="o"/>
        <a:defRPr sz="190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4086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7pPr>
      <a:lvl8pPr marL="408561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8pPr>
      <a:lvl9pPr marL="4630367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1pPr>
      <a:lvl2pPr marL="54474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2pPr>
      <a:lvl3pPr marL="108949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3pPr>
      <a:lvl4pPr marL="163424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4pPr>
      <a:lvl5pPr marL="217899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5pPr>
      <a:lvl6pPr marL="2723745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6pPr>
      <a:lvl7pPr marL="3268494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7pPr>
      <a:lvl8pPr marL="381324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8pPr>
      <a:lvl9pPr marL="435799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744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orient="horz" pos="709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pos="3885">
          <p15:clr>
            <a:srgbClr val="F26B43"/>
          </p15:clr>
        </p15:guide>
        <p15:guide id="9" pos="3795">
          <p15:clr>
            <a:srgbClr val="F26B43"/>
          </p15:clr>
        </p15:guide>
        <p15:guide id="10" orient="horz" pos="2409">
          <p15:clr>
            <a:srgbClr val="F26B43"/>
          </p15:clr>
        </p15:guide>
        <p15:guide id="11" orient="horz" pos="93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6194850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4" imgH="595" progId="TCLayout.ActiveDocument.1">
                  <p:embed/>
                </p:oleObj>
              </mc:Choice>
              <mc:Fallback>
                <p:oleObj name="think-cell Slide" r:id="rId5" imgW="594" imgH="59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319691E-529D-430B-A4A8-60E364159F74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E876C0AF-689D-4312-B254-90D481C0B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52DF9483-9D9F-4EF7-B472-4D62776A7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61108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ransition/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800" kern="1200" dirty="0">
          <a:solidFill>
            <a:schemeClr val="tx1"/>
          </a:solidFill>
          <a:latin typeface="FedEx Sans"/>
          <a:ea typeface="ＭＳ Ｐゴシック" pitchFamily="34" charset="-128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5pPr>
      <a:lvl6pPr marL="5447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6pPr>
      <a:lvl7pPr marL="108949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7pPr>
      <a:lvl8pPr marL="163424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8pPr>
      <a:lvl9pPr marL="217899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0" indent="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defRPr sz="1800" b="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1pPr>
      <a:lvl2pPr marL="180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2pPr>
      <a:lvl3pPr marL="432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3pPr>
      <a:lvl4pPr marL="684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4pPr>
      <a:lvl5pPr marL="936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 baseline="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5pPr>
      <a:lvl6pPr marL="1340083" indent="-250584" algn="l" defTabSz="1089498" rtl="0" eaLnBrk="1" latinLnBrk="0" hangingPunct="1">
        <a:spcBef>
          <a:spcPct val="20000"/>
        </a:spcBef>
        <a:buSzPct val="64000"/>
        <a:buFont typeface="Courier New" pitchFamily="49" charset="0"/>
        <a:buChar char="o"/>
        <a:defRPr sz="190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4086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7pPr>
      <a:lvl8pPr marL="408561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8pPr>
      <a:lvl9pPr marL="4630367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1pPr>
      <a:lvl2pPr marL="54474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2pPr>
      <a:lvl3pPr marL="108949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3pPr>
      <a:lvl4pPr marL="163424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4pPr>
      <a:lvl5pPr marL="217899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5pPr>
      <a:lvl6pPr marL="2723745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6pPr>
      <a:lvl7pPr marL="3268494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7pPr>
      <a:lvl8pPr marL="381324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8pPr>
      <a:lvl9pPr marL="435799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744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orient="horz" pos="709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pos="3885">
          <p15:clr>
            <a:srgbClr val="F26B43"/>
          </p15:clr>
        </p15:guide>
        <p15:guide id="9" pos="3795">
          <p15:clr>
            <a:srgbClr val="F26B43"/>
          </p15:clr>
        </p15:guide>
        <p15:guide id="10" orient="horz" pos="2409">
          <p15:clr>
            <a:srgbClr val="F26B43"/>
          </p15:clr>
        </p15:guide>
        <p15:guide id="11" orient="horz" pos="93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594" imgH="595" progId="TCLayout.ActiveDocument.1">
                  <p:embed/>
                </p:oleObj>
              </mc:Choice>
              <mc:Fallback>
                <p:oleObj name="think-cell Slide" r:id="rId12" imgW="594" imgH="59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319691E-529D-430B-A4A8-60E364159F74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E876C0AF-689D-4312-B254-90D481C0B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52DF9483-9D9F-4EF7-B472-4D62776A7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2022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2470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</p:sldLayoutIdLst>
  <p:transition/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800" kern="1200" dirty="0">
          <a:solidFill>
            <a:schemeClr val="tx1"/>
          </a:solidFill>
          <a:latin typeface="FedEx Sans"/>
          <a:ea typeface="ＭＳ Ｐゴシック" pitchFamily="34" charset="-128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5pPr>
      <a:lvl6pPr marL="5447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6pPr>
      <a:lvl7pPr marL="108949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7pPr>
      <a:lvl8pPr marL="163424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8pPr>
      <a:lvl9pPr marL="217899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0" indent="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defRPr sz="1800" b="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1pPr>
      <a:lvl2pPr marL="180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2pPr>
      <a:lvl3pPr marL="432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3pPr>
      <a:lvl4pPr marL="684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4pPr>
      <a:lvl5pPr marL="936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 baseline="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5pPr>
      <a:lvl6pPr marL="1340083" indent="-250584" algn="l" defTabSz="1089498" rtl="0" eaLnBrk="1" latinLnBrk="0" hangingPunct="1">
        <a:spcBef>
          <a:spcPct val="20000"/>
        </a:spcBef>
        <a:buSzPct val="64000"/>
        <a:buFont typeface="Courier New" pitchFamily="49" charset="0"/>
        <a:buChar char="o"/>
        <a:defRPr sz="190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4086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7pPr>
      <a:lvl8pPr marL="408561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8pPr>
      <a:lvl9pPr marL="4630367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1pPr>
      <a:lvl2pPr marL="54474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2pPr>
      <a:lvl3pPr marL="108949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3pPr>
      <a:lvl4pPr marL="163424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4pPr>
      <a:lvl5pPr marL="217899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5pPr>
      <a:lvl6pPr marL="2723745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6pPr>
      <a:lvl7pPr marL="3268494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7pPr>
      <a:lvl8pPr marL="381324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8pPr>
      <a:lvl9pPr marL="435799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744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orient="horz" pos="709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pos="3885">
          <p15:clr>
            <a:srgbClr val="F26B43"/>
          </p15:clr>
        </p15:guide>
        <p15:guide id="9" pos="3795">
          <p15:clr>
            <a:srgbClr val="F26B43"/>
          </p15:clr>
        </p15:guide>
        <p15:guide id="10" orient="horz" pos="2409">
          <p15:clr>
            <a:srgbClr val="F26B43"/>
          </p15:clr>
        </p15:guide>
        <p15:guide id="11" orient="horz" pos="93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4" imgH="595" progId="TCLayout.ActiveDocument.1">
                  <p:embed/>
                </p:oleObj>
              </mc:Choice>
              <mc:Fallback>
                <p:oleObj name="think-cell Slide" r:id="rId8" imgW="594" imgH="59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319691E-529D-430B-A4A8-60E364159F74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8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E876C0AF-689D-4312-B254-90D481C0B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4525" y="6468960"/>
            <a:ext cx="396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nl-NL" sz="800" smtClean="0">
                <a:solidFill>
                  <a:schemeClr val="accent4"/>
                </a:solidFill>
                <a:ea typeface="Arial" charset="0"/>
                <a:cs typeface="Arial" charset="0"/>
              </a:defRPr>
            </a:lvl1pPr>
          </a:lstStyle>
          <a:p>
            <a:fld id="{76EA3D64-A9B0-4220-B6A3-276C4F643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52DF9483-9D9F-4EF7-B472-4D62776A7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36000" y="6468960"/>
            <a:ext cx="2520000" cy="14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>
                <a:ea typeface="Arial" charset="0"/>
                <a:cs typeface="Arial" charset="0"/>
              </a:rPr>
              <a:t>FedEx Proprietary and Confidential 2021 </a:t>
            </a:r>
            <a:endParaRPr lang="en-US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4478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</p:sldLayoutIdLst>
  <p:transition/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800" kern="1200" dirty="0">
          <a:solidFill>
            <a:schemeClr val="tx1"/>
          </a:solidFill>
          <a:latin typeface="FedEx Sans"/>
          <a:ea typeface="ＭＳ Ｐゴシック" pitchFamily="34" charset="-128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5pPr>
      <a:lvl6pPr marL="54474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6pPr>
      <a:lvl7pPr marL="108949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7pPr>
      <a:lvl8pPr marL="163424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8pPr>
      <a:lvl9pPr marL="217899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9">
          <a:solidFill>
            <a:schemeClr val="tx2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0" indent="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defRPr sz="1800" b="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1pPr>
      <a:lvl2pPr marL="180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2pPr>
      <a:lvl3pPr marL="432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3pPr>
      <a:lvl4pPr marL="684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4pPr>
      <a:lvl5pPr marL="936000" indent="-180000" algn="l" rtl="0" eaLnBrk="1" fontAlgn="base" hangingPunct="1">
        <a:spcBef>
          <a:spcPts val="600"/>
        </a:spcBef>
        <a:spcAft>
          <a:spcPct val="0"/>
        </a:spcAft>
        <a:buSzPct val="90000"/>
        <a:buFont typeface="Arial" panose="020B0604020202020204" pitchFamily="34" charset="0"/>
        <a:buChar char="•"/>
        <a:defRPr sz="1800" kern="1200" baseline="0">
          <a:solidFill>
            <a:srgbClr val="636669"/>
          </a:solidFill>
          <a:latin typeface="FedEx Sans"/>
          <a:ea typeface="ＭＳ Ｐゴシック" pitchFamily="34" charset="-128"/>
          <a:cs typeface="+mn-cs"/>
        </a:defRPr>
      </a:lvl5pPr>
      <a:lvl6pPr marL="1340083" indent="-250584" algn="l" defTabSz="1089498" rtl="0" eaLnBrk="1" latinLnBrk="0" hangingPunct="1">
        <a:spcBef>
          <a:spcPct val="20000"/>
        </a:spcBef>
        <a:buSzPct val="64000"/>
        <a:buFont typeface="Courier New" pitchFamily="49" charset="0"/>
        <a:buChar char="o"/>
        <a:defRPr sz="190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4086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7pPr>
      <a:lvl8pPr marL="4085619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8pPr>
      <a:lvl9pPr marL="4630367" indent="-272375" algn="l" defTabSz="1089498" rtl="0" eaLnBrk="1" latinLnBrk="0" hangingPunct="1">
        <a:spcBef>
          <a:spcPct val="20000"/>
        </a:spcBef>
        <a:buFont typeface="Arial" pitchFamily="34" charset="0"/>
        <a:buChar char="•"/>
        <a:defRPr sz="23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1pPr>
      <a:lvl2pPr marL="54474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2pPr>
      <a:lvl3pPr marL="1089498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3pPr>
      <a:lvl4pPr marL="163424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4pPr>
      <a:lvl5pPr marL="2178997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5pPr>
      <a:lvl6pPr marL="2723745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6pPr>
      <a:lvl7pPr marL="3268494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7pPr>
      <a:lvl8pPr marL="381324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8pPr>
      <a:lvl9pPr marL="4357993" algn="l" defTabSz="1089498" rtl="0" eaLnBrk="1" latinLnBrk="0" hangingPunct="1">
        <a:defRPr sz="22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744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orient="horz" pos="709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pos="3885">
          <p15:clr>
            <a:srgbClr val="F26B43"/>
          </p15:clr>
        </p15:guide>
        <p15:guide id="9" pos="3795">
          <p15:clr>
            <a:srgbClr val="F26B43"/>
          </p15:clr>
        </p15:guide>
        <p15:guide id="10" orient="horz" pos="2409">
          <p15:clr>
            <a:srgbClr val="F26B43"/>
          </p15:clr>
        </p15:guide>
        <p15:guide id="11" orient="horz" pos="93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9.x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5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0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1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2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FBB9D33F-20EA-467E-98E9-2A2D7C46B5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FBB9D33F-20EA-467E-98E9-2A2D7C46B5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CD00DA-ACE4-404C-9326-D007DB824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EA3D64-A9B0-4220-B6A3-276C4F64359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7D22C3"/>
                </a:solidFill>
                <a:effectLst/>
                <a:uLnTx/>
                <a:uFillTx/>
                <a:latin typeface="Fedex sans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7D22C3"/>
              </a:solidFill>
              <a:effectLst/>
              <a:uLnTx/>
              <a:uFillTx/>
              <a:latin typeface="Fedex sans"/>
              <a:cs typeface="Arial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FA0D31C-59DC-4E6D-B05C-D860ABBB7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E8E8E"/>
                </a:solidFill>
                <a:effectLst/>
                <a:uLnTx/>
                <a:uFillTx/>
                <a:latin typeface="Fedex sans"/>
                <a:ea typeface="Arial" charset="0"/>
                <a:cs typeface="Arial" charset="0"/>
              </a:rPr>
              <a:t>FedEx Proprietary and Confidential 2022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E8E8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30FE9BD7-FDE2-4B57-9338-D6A30C45DF7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86050" y="0"/>
            <a:ext cx="9505950" cy="6858000"/>
          </a:xfrm>
          <a:custGeom>
            <a:avLst/>
            <a:gdLst>
              <a:gd name="connsiteX0" fmla="*/ 0 w 6743784"/>
              <a:gd name="connsiteY0" fmla="*/ 0 h 6869780"/>
              <a:gd name="connsiteX1" fmla="*/ 6743784 w 6743784"/>
              <a:gd name="connsiteY1" fmla="*/ 0 h 6869780"/>
              <a:gd name="connsiteX2" fmla="*/ 6743784 w 6743784"/>
              <a:gd name="connsiteY2" fmla="*/ 6869780 h 6869780"/>
              <a:gd name="connsiteX3" fmla="*/ 0 w 6743784"/>
              <a:gd name="connsiteY3" fmla="*/ 6869780 h 6869780"/>
              <a:gd name="connsiteX4" fmla="*/ 0 w 6743784"/>
              <a:gd name="connsiteY4" fmla="*/ 0 h 6869780"/>
              <a:gd name="connsiteX0" fmla="*/ 0 w 6743784"/>
              <a:gd name="connsiteY0" fmla="*/ 0 h 6869780"/>
              <a:gd name="connsiteX1" fmla="*/ 6743784 w 6743784"/>
              <a:gd name="connsiteY1" fmla="*/ 0 h 6869780"/>
              <a:gd name="connsiteX2" fmla="*/ 6743784 w 6743784"/>
              <a:gd name="connsiteY2" fmla="*/ 6869780 h 6869780"/>
              <a:gd name="connsiteX3" fmla="*/ 3363311 w 6743784"/>
              <a:gd name="connsiteY3" fmla="*/ 6869780 h 6869780"/>
              <a:gd name="connsiteX4" fmla="*/ 0 w 6743784"/>
              <a:gd name="connsiteY4" fmla="*/ 0 h 6869780"/>
              <a:gd name="connsiteX0" fmla="*/ 0 w 9506034"/>
              <a:gd name="connsiteY0" fmla="*/ 0 h 6888830"/>
              <a:gd name="connsiteX1" fmla="*/ 9506034 w 9506034"/>
              <a:gd name="connsiteY1" fmla="*/ 19050 h 6888830"/>
              <a:gd name="connsiteX2" fmla="*/ 9506034 w 9506034"/>
              <a:gd name="connsiteY2" fmla="*/ 6888830 h 6888830"/>
              <a:gd name="connsiteX3" fmla="*/ 6125561 w 9506034"/>
              <a:gd name="connsiteY3" fmla="*/ 6888830 h 6888830"/>
              <a:gd name="connsiteX4" fmla="*/ 0 w 9506034"/>
              <a:gd name="connsiteY4" fmla="*/ 0 h 688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06034" h="6888830">
                <a:moveTo>
                  <a:pt x="0" y="0"/>
                </a:moveTo>
                <a:lnTo>
                  <a:pt x="9506034" y="19050"/>
                </a:lnTo>
                <a:lnTo>
                  <a:pt x="9506034" y="6888830"/>
                </a:lnTo>
                <a:lnTo>
                  <a:pt x="6125561" y="68888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CA0E5A3-1A39-4C25-97C4-2221DA6C7501}"/>
              </a:ext>
            </a:extLst>
          </p:cNvPr>
          <p:cNvSpPr/>
          <p:nvPr/>
        </p:nvSpPr>
        <p:spPr>
          <a:xfrm>
            <a:off x="2662633" y="0"/>
            <a:ext cx="9540000" cy="6876000"/>
          </a:xfrm>
          <a:custGeom>
            <a:avLst/>
            <a:gdLst>
              <a:gd name="connsiteX0" fmla="*/ 0 w 9508390"/>
              <a:gd name="connsiteY0" fmla="*/ 0 h 6888830"/>
              <a:gd name="connsiteX1" fmla="*/ 9508390 w 9508390"/>
              <a:gd name="connsiteY1" fmla="*/ 0 h 6888830"/>
              <a:gd name="connsiteX2" fmla="*/ 9508390 w 9508390"/>
              <a:gd name="connsiteY2" fmla="*/ 6888830 h 6888830"/>
              <a:gd name="connsiteX3" fmla="*/ 6129697 w 9508390"/>
              <a:gd name="connsiteY3" fmla="*/ 6888830 h 688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08390" h="6888830">
                <a:moveTo>
                  <a:pt x="0" y="0"/>
                </a:moveTo>
                <a:lnTo>
                  <a:pt x="9508390" y="0"/>
                </a:lnTo>
                <a:lnTo>
                  <a:pt x="9508390" y="6888830"/>
                </a:lnTo>
                <a:lnTo>
                  <a:pt x="6129697" y="6888830"/>
                </a:lnTo>
                <a:close/>
              </a:path>
            </a:pathLst>
          </a:custGeom>
          <a:gradFill flip="none" rotWithShape="1">
            <a:gsLst>
              <a:gs pos="100000">
                <a:srgbClr val="FF6600">
                  <a:alpha val="85000"/>
                </a:srgbClr>
              </a:gs>
              <a:gs pos="33000">
                <a:srgbClr val="7D22C3">
                  <a:alpha val="70000"/>
                </a:srgbClr>
              </a:gs>
              <a:gs pos="0">
                <a:srgbClr val="4D148C">
                  <a:alpha val="70000"/>
                </a:srgbClr>
              </a:gs>
            </a:gsLst>
            <a:lin ang="135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0ABA9D7-5DE1-4838-B6D4-CBDB639FD666}"/>
              </a:ext>
            </a:extLst>
          </p:cNvPr>
          <p:cNvSpPr txBox="1">
            <a:spLocks/>
          </p:cNvSpPr>
          <p:nvPr/>
        </p:nvSpPr>
        <p:spPr>
          <a:xfrm>
            <a:off x="1569242" y="4917425"/>
            <a:ext cx="5803710" cy="905306"/>
          </a:xfrm>
          <a:prstGeom prst="rect">
            <a:avLst/>
          </a:prstGeom>
        </p:spPr>
        <p:txBody>
          <a:bodyPr lIns="0" tIns="0" rIns="0" bIns="0">
            <a:normAutofit fontScale="25000" lnSpcReduction="20000"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/>
              <a:defRPr sz="20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2pPr>
            <a:lvl3pPr marL="164592" indent="-164592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3pPr>
            <a:lvl4pPr marL="457200" indent="-173736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.AppleSystemUIFont" charset="-120"/>
              <a:buChar char="–"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4pPr>
            <a:lvl5pPr marL="850392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.AppleSystemUIFont" charset="-120"/>
              <a:buChar char="‣"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8000" b="1" dirty="0">
                <a:solidFill>
                  <a:srgbClr val="333333"/>
                </a:solidFill>
                <a:latin typeface="Fedex sans"/>
              </a:rPr>
              <a:t>Early Life Support – YOS Novara</a:t>
            </a:r>
          </a:p>
          <a:p>
            <a:pPr lvl="0">
              <a:defRPr/>
            </a:pPr>
            <a:r>
              <a:rPr lang="en-US" sz="8000" b="1" dirty="0">
                <a:solidFill>
                  <a:srgbClr val="333333"/>
                </a:solidFill>
                <a:latin typeface="Fedex sans"/>
              </a:rPr>
              <a:t>Daily Update</a:t>
            </a:r>
            <a:endParaRPr kumimoji="0" lang="en-US" sz="8000" b="1" i="1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Fedex san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Fedex sans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69E31C-93F6-4949-9279-F0C26CA32A0D}"/>
              </a:ext>
            </a:extLst>
          </p:cNvPr>
          <p:cNvSpPr txBox="1">
            <a:spLocks/>
          </p:cNvSpPr>
          <p:nvPr/>
        </p:nvSpPr>
        <p:spPr>
          <a:xfrm>
            <a:off x="1569242" y="5949709"/>
            <a:ext cx="5066690" cy="251066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/>
              <a:defRPr sz="20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1pPr>
            <a:lvl2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2pPr>
            <a:lvl3pPr marL="164592" indent="-164592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3pPr>
            <a:lvl4pPr marL="457200" indent="-173736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.AppleSystemUIFont" charset="-120"/>
              <a:buChar char="–"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4pPr>
            <a:lvl5pPr marL="850392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.AppleSystemUIFont" charset="-120"/>
              <a:buChar char="‣"/>
              <a:defRPr sz="1400" kern="1200">
                <a:solidFill>
                  <a:schemeClr val="bg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noProof="0" dirty="0">
                <a:solidFill>
                  <a:srgbClr val="333333"/>
                </a:solidFill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t>Date 17</a:t>
            </a:r>
            <a:r>
              <a:rPr lang="en-US" sz="1400" baseline="30000" noProof="0" dirty="0">
                <a:solidFill>
                  <a:srgbClr val="333333"/>
                </a:solidFill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t>th</a:t>
            </a:r>
            <a:r>
              <a:rPr lang="en-US" sz="1400" noProof="0" dirty="0">
                <a:solidFill>
                  <a:srgbClr val="333333"/>
                </a:solidFill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t> January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t>2023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EBAC157-6784-496C-9AAE-190D76F325A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854332" y="2010693"/>
            <a:ext cx="4086104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031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380367" y="950173"/>
            <a:ext cx="11440158" cy="4957653"/>
          </a:xfrm>
        </p:spPr>
        <p:txBody>
          <a:bodyPr/>
          <a:lstStyle/>
          <a:p>
            <a:pPr marL="285750" indent="-285750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dk1"/>
                </a:solidFill>
                <a:latin typeface="+mn-lt"/>
                <a:ea typeface="+mn-ea"/>
              </a:rPr>
              <a:t>No major issues reported overnight.</a:t>
            </a:r>
          </a:p>
          <a:p>
            <a:pPr marL="285750" indent="-285750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chemeClr val="dk1"/>
              </a:solidFill>
              <a:latin typeface="+mn-lt"/>
              <a:ea typeface="+mn-ea"/>
            </a:endParaRPr>
          </a:p>
          <a:p>
            <a:pPr marL="285750" indent="-285750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dk1"/>
                </a:solidFill>
                <a:latin typeface="+mn-lt"/>
                <a:ea typeface="+mn-ea"/>
              </a:rPr>
              <a:t>Loss of 4G connection has been reported in the support chat. This is to be further looked at.</a:t>
            </a:r>
            <a:br>
              <a:rPr lang="en-US" dirty="0">
                <a:solidFill>
                  <a:schemeClr val="dk1"/>
                </a:solidFill>
                <a:latin typeface="+mn-lt"/>
                <a:ea typeface="+mn-ea"/>
              </a:rPr>
            </a:br>
            <a:endParaRPr lang="en-US" dirty="0">
              <a:solidFill>
                <a:schemeClr val="dk1"/>
              </a:solidFill>
              <a:latin typeface="+mn-lt"/>
              <a:ea typeface="+mn-ea"/>
            </a:endParaRPr>
          </a:p>
          <a:p>
            <a:pPr marL="285750" indent="-285750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dk1"/>
                </a:solidFill>
                <a:latin typeface="+mn-lt"/>
                <a:ea typeface="+mn-ea"/>
              </a:rPr>
              <a:t>TC77 scanners have been switching between </a:t>
            </a:r>
            <a:r>
              <a:rPr lang="en-US" dirty="0" err="1">
                <a:solidFill>
                  <a:schemeClr val="dk1"/>
                </a:solidFill>
                <a:latin typeface="+mn-lt"/>
                <a:ea typeface="+mn-ea"/>
              </a:rPr>
              <a:t>WiFi</a:t>
            </a:r>
            <a:r>
              <a:rPr lang="en-US" dirty="0">
                <a:solidFill>
                  <a:schemeClr val="dk1"/>
                </a:solidFill>
                <a:latin typeface="+mn-lt"/>
                <a:ea typeface="+mn-ea"/>
              </a:rPr>
              <a:t> and 4G. </a:t>
            </a:r>
            <a:br>
              <a:rPr lang="en-US" dirty="0">
                <a:solidFill>
                  <a:schemeClr val="dk1"/>
                </a:solidFill>
                <a:latin typeface="+mn-lt"/>
                <a:ea typeface="+mn-ea"/>
              </a:rPr>
            </a:br>
            <a:r>
              <a:rPr lang="en-US" dirty="0">
                <a:solidFill>
                  <a:schemeClr val="dk1"/>
                </a:solidFill>
                <a:latin typeface="+mn-lt"/>
                <a:ea typeface="+mn-ea"/>
              </a:rPr>
              <a:t>The instructions to be applied to select either 4G or </a:t>
            </a:r>
            <a:r>
              <a:rPr lang="en-US" dirty="0" err="1">
                <a:solidFill>
                  <a:schemeClr val="dk1"/>
                </a:solidFill>
                <a:latin typeface="+mn-lt"/>
                <a:ea typeface="+mn-ea"/>
              </a:rPr>
              <a:t>WiFi</a:t>
            </a:r>
            <a:r>
              <a:rPr lang="en-US" dirty="0">
                <a:solidFill>
                  <a:schemeClr val="dk1"/>
                </a:solidFill>
                <a:latin typeface="+mn-lt"/>
                <a:ea typeface="+mn-ea"/>
              </a:rPr>
              <a:t> for the network connection. </a:t>
            </a:r>
          </a:p>
          <a:p>
            <a:pPr marL="285750" indent="-285750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chemeClr val="dk1"/>
              </a:solidFill>
              <a:latin typeface="+mn-lt"/>
              <a:ea typeface="+mn-ea"/>
              <a:cs typeface="FedEx Sans" panose="020B0603020203020204" pitchFamily="34" charset="0"/>
            </a:endParaRPr>
          </a:p>
          <a:p>
            <a:pPr marL="285750" indent="-285750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chemeClr val="dk1"/>
                </a:solidFill>
                <a:latin typeface="+mn-lt"/>
                <a:ea typeface="+mn-ea"/>
                <a:cs typeface="FedEx Sans" panose="020B0603020203020204" pitchFamily="34" charset="0"/>
              </a:rPr>
              <a:t>Screensize</a:t>
            </a:r>
            <a:r>
              <a:rPr lang="en-US" dirty="0">
                <a:solidFill>
                  <a:schemeClr val="dk1"/>
                </a:solidFill>
                <a:latin typeface="+mn-lt"/>
                <a:ea typeface="+mn-ea"/>
                <a:cs typeface="FedEx Sans" panose="020B0603020203020204" pitchFamily="34" charset="0"/>
              </a:rPr>
              <a:t> issues have been resolved by using the zoom function for now.</a:t>
            </a:r>
          </a:p>
          <a:p>
            <a:pPr marL="285750" indent="-285750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chemeClr val="dk1"/>
              </a:solidFill>
              <a:latin typeface="+mn-lt"/>
              <a:ea typeface="+mn-ea"/>
              <a:cs typeface="FedEx Sans" panose="020B0603020203020204" pitchFamily="34" charset="0"/>
            </a:endParaRPr>
          </a:p>
          <a:p>
            <a:pPr marL="285750" indent="-285750">
              <a:buClr>
                <a:srgbClr val="4D148C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dk1"/>
                </a:solidFill>
                <a:latin typeface="+mn-lt"/>
                <a:ea typeface="+mn-ea"/>
                <a:cs typeface="FedEx Sans" panose="020B0603020203020204" pitchFamily="34" charset="0"/>
              </a:rPr>
              <a:t>Other tickets that have been discussed in the ELS call and the tickets raised today so far can be found on the next slide.</a:t>
            </a: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  <a:p>
            <a:pPr algn="just">
              <a:buClr>
                <a:srgbClr val="4D148C"/>
              </a:buClr>
              <a:defRPr/>
            </a:pPr>
            <a:endParaRPr lang="en-US" dirty="0"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26427" y="336754"/>
            <a:ext cx="11448000" cy="462143"/>
          </a:xfrm>
        </p:spPr>
        <p:txBody>
          <a:bodyPr/>
          <a:lstStyle/>
          <a:p>
            <a:r>
              <a:rPr lang="en-GB"/>
              <a:t>Executive Summary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EA3D64-A9B0-4220-B6A3-276C4F64359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8E8E8E"/>
                </a:solidFill>
                <a:effectLst/>
                <a:uLnTx/>
                <a:uFillTx/>
                <a:latin typeface="Fedex sans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E8E8E"/>
              </a:solidFill>
              <a:effectLst/>
              <a:uLnTx/>
              <a:uFillTx/>
              <a:latin typeface="Fedex sans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E8E8E"/>
                </a:solidFill>
                <a:effectLst/>
                <a:uLnTx/>
                <a:uFillTx/>
                <a:latin typeface="Fedex sans"/>
                <a:ea typeface="Arial" charset="0"/>
                <a:cs typeface="Arial" charset="0"/>
              </a:rPr>
              <a:t>FedEx Proprietary and Confidential 2021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8E8E8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665914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49D6E2F4-59C7-4B7B-ABC2-ECC3F2AD89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49D6E2F4-59C7-4B7B-ABC2-ECC3F2AD89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8292416-F190-48DF-87E5-B5703F62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Key Incidents Summary – In Progress</a:t>
            </a:r>
            <a:endParaRPr lang="en-US">
              <a:highlight>
                <a:srgbClr val="FFFF00"/>
              </a:highlight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5E1F703-56C8-4B6A-86A9-C0514956581F}"/>
              </a:ext>
            </a:extLst>
          </p:cNvPr>
          <p:cNvCxnSpPr>
            <a:cxnSpLocks/>
          </p:cNvCxnSpPr>
          <p:nvPr/>
        </p:nvCxnSpPr>
        <p:spPr>
          <a:xfrm>
            <a:off x="362661" y="7391067"/>
            <a:ext cx="11455353" cy="12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D53708-3255-0DC0-69CA-AE8F8D6B9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461732"/>
              </p:ext>
            </p:extLst>
          </p:nvPr>
        </p:nvGraphicFramePr>
        <p:xfrm>
          <a:off x="369446" y="1026481"/>
          <a:ext cx="10515599" cy="2517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948">
                  <a:extLst>
                    <a:ext uri="{9D8B030D-6E8A-4147-A177-3AD203B41FA5}">
                      <a16:colId xmlns:a16="http://schemas.microsoft.com/office/drawing/2014/main" val="2149057008"/>
                    </a:ext>
                  </a:extLst>
                </a:gridCol>
                <a:gridCol w="2902155">
                  <a:extLst>
                    <a:ext uri="{9D8B030D-6E8A-4147-A177-3AD203B41FA5}">
                      <a16:colId xmlns:a16="http://schemas.microsoft.com/office/drawing/2014/main" val="970310695"/>
                    </a:ext>
                  </a:extLst>
                </a:gridCol>
                <a:gridCol w="917131">
                  <a:extLst>
                    <a:ext uri="{9D8B030D-6E8A-4147-A177-3AD203B41FA5}">
                      <a16:colId xmlns:a16="http://schemas.microsoft.com/office/drawing/2014/main" val="2903761984"/>
                    </a:ext>
                  </a:extLst>
                </a:gridCol>
                <a:gridCol w="2173475">
                  <a:extLst>
                    <a:ext uri="{9D8B030D-6E8A-4147-A177-3AD203B41FA5}">
                      <a16:colId xmlns:a16="http://schemas.microsoft.com/office/drawing/2014/main" val="3866896435"/>
                    </a:ext>
                  </a:extLst>
                </a:gridCol>
                <a:gridCol w="665503">
                  <a:extLst>
                    <a:ext uri="{9D8B030D-6E8A-4147-A177-3AD203B41FA5}">
                      <a16:colId xmlns:a16="http://schemas.microsoft.com/office/drawing/2014/main" val="987267623"/>
                    </a:ext>
                  </a:extLst>
                </a:gridCol>
                <a:gridCol w="2877387">
                  <a:extLst>
                    <a:ext uri="{9D8B030D-6E8A-4147-A177-3AD203B41FA5}">
                      <a16:colId xmlns:a16="http://schemas.microsoft.com/office/drawing/2014/main" val="2279338041"/>
                    </a:ext>
                  </a:extLst>
                </a:gridCol>
              </a:tblGrid>
              <a:tr h="19599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INC #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Title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Date Opened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 dirty="0">
                          <a:effectLst/>
                        </a:rPr>
                        <a:t>Assignment Workgroup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State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Comments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extLst>
                  <a:ext uri="{0D108BD9-81ED-4DB2-BD59-A6C34878D82A}">
                    <a16:rowId xmlns:a16="http://schemas.microsoft.com/office/drawing/2014/main" val="1569282462"/>
                  </a:ext>
                </a:extLst>
              </a:tr>
              <a:tr h="5804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INC021904015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 dirty="0">
                          <a:effectLst/>
                        </a:rPr>
                        <a:t>The latest status is not getting displayed in DDS.</a:t>
                      </a:r>
                      <a:endParaRPr lang="en-US" sz="1000" b="0" i="0" u="none" strike="noStrike" dirty="0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17/01/2023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FXE_Dev_EMEA_YOS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In Progress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extLst>
                  <a:ext uri="{0D108BD9-81ED-4DB2-BD59-A6C34878D82A}">
                    <a16:rowId xmlns:a16="http://schemas.microsoft.com/office/drawing/2014/main" val="1413410369"/>
                  </a:ext>
                </a:extLst>
              </a:tr>
              <a:tr h="5804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INC021903929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 dirty="0">
                          <a:effectLst/>
                        </a:rPr>
                        <a:t> Movement on DDS with null values on it.</a:t>
                      </a:r>
                      <a:endParaRPr lang="en-US" sz="1000" b="0" i="0" u="none" strike="noStrike" dirty="0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17/01/2023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FXE_Dev_EMEA_YOS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In Progress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extLst>
                  <a:ext uri="{0D108BD9-81ED-4DB2-BD59-A6C34878D82A}">
                    <a16:rowId xmlns:a16="http://schemas.microsoft.com/office/drawing/2014/main" val="841464045"/>
                  </a:ext>
                </a:extLst>
              </a:tr>
              <a:tr h="5804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INC021903152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Special characters are not shown correctly on the driver departure screen. 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17/01/2023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TNT_DEV_GLB_ROCS_INFOSYS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In Progress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extLst>
                  <a:ext uri="{0D108BD9-81ED-4DB2-BD59-A6C34878D82A}">
                    <a16:rowId xmlns:a16="http://schemas.microsoft.com/office/drawing/2014/main" val="4160119644"/>
                  </a:ext>
                </a:extLst>
              </a:tr>
              <a:tr h="5804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INC021904319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Duplicate Units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17/01/2023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FXE_Dev_EMEA_YOS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In Progress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extLst>
                  <a:ext uri="{0D108BD9-81ED-4DB2-BD59-A6C34878D82A}">
                    <a16:rowId xmlns:a16="http://schemas.microsoft.com/office/drawing/2014/main" val="2142454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13886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49D6E2F4-59C7-4B7B-ABC2-ECC3F2AD89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49D6E2F4-59C7-4B7B-ABC2-ECC3F2AD89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8292416-F190-48DF-87E5-B5703F62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Key Incidents Summary – On Hold</a:t>
            </a:r>
            <a:endParaRPr lang="en-US">
              <a:highlight>
                <a:srgbClr val="FFFF00"/>
              </a:highlight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5E1F703-56C8-4B6A-86A9-C0514956581F}"/>
              </a:ext>
            </a:extLst>
          </p:cNvPr>
          <p:cNvCxnSpPr>
            <a:cxnSpLocks/>
          </p:cNvCxnSpPr>
          <p:nvPr/>
        </p:nvCxnSpPr>
        <p:spPr>
          <a:xfrm>
            <a:off x="362661" y="7391067"/>
            <a:ext cx="11455353" cy="12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BFC8B3-E0B3-E27E-EB80-2071F8380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954745"/>
              </p:ext>
            </p:extLst>
          </p:nvPr>
        </p:nvGraphicFramePr>
        <p:xfrm>
          <a:off x="362661" y="967450"/>
          <a:ext cx="10515599" cy="768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948">
                  <a:extLst>
                    <a:ext uri="{9D8B030D-6E8A-4147-A177-3AD203B41FA5}">
                      <a16:colId xmlns:a16="http://schemas.microsoft.com/office/drawing/2014/main" val="902166262"/>
                    </a:ext>
                  </a:extLst>
                </a:gridCol>
                <a:gridCol w="2902155">
                  <a:extLst>
                    <a:ext uri="{9D8B030D-6E8A-4147-A177-3AD203B41FA5}">
                      <a16:colId xmlns:a16="http://schemas.microsoft.com/office/drawing/2014/main" val="206210471"/>
                    </a:ext>
                  </a:extLst>
                </a:gridCol>
                <a:gridCol w="917131">
                  <a:extLst>
                    <a:ext uri="{9D8B030D-6E8A-4147-A177-3AD203B41FA5}">
                      <a16:colId xmlns:a16="http://schemas.microsoft.com/office/drawing/2014/main" val="4280001147"/>
                    </a:ext>
                  </a:extLst>
                </a:gridCol>
                <a:gridCol w="2173475">
                  <a:extLst>
                    <a:ext uri="{9D8B030D-6E8A-4147-A177-3AD203B41FA5}">
                      <a16:colId xmlns:a16="http://schemas.microsoft.com/office/drawing/2014/main" val="1146133857"/>
                    </a:ext>
                  </a:extLst>
                </a:gridCol>
                <a:gridCol w="577918">
                  <a:extLst>
                    <a:ext uri="{9D8B030D-6E8A-4147-A177-3AD203B41FA5}">
                      <a16:colId xmlns:a16="http://schemas.microsoft.com/office/drawing/2014/main" val="995960806"/>
                    </a:ext>
                  </a:extLst>
                </a:gridCol>
                <a:gridCol w="2964972">
                  <a:extLst>
                    <a:ext uri="{9D8B030D-6E8A-4147-A177-3AD203B41FA5}">
                      <a16:colId xmlns:a16="http://schemas.microsoft.com/office/drawing/2014/main" val="906827871"/>
                    </a:ext>
                  </a:extLst>
                </a:gridCol>
              </a:tblGrid>
              <a:tr h="19599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INC #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Title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Date Opened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Assignment Workgroup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State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Comments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extLst>
                  <a:ext uri="{0D108BD9-81ED-4DB2-BD59-A6C34878D82A}">
                    <a16:rowId xmlns:a16="http://schemas.microsoft.com/office/drawing/2014/main" val="2400592522"/>
                  </a:ext>
                </a:extLst>
              </a:tr>
              <a:tr h="57289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INC021853088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 have some issues looking at the driver departure screens for Novara. I don't see all units I would expect 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10/01/2023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FXE_Dev_EMEA_YOS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On Hold</a:t>
                      </a:r>
                      <a:endParaRPr lang="en-US" sz="1000" b="0" i="0" u="none" strike="noStrike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 dirty="0">
                          <a:effectLst/>
                        </a:rPr>
                        <a:t>Defect raised : D-117596 . To be prioritized</a:t>
                      </a:r>
                      <a:endParaRPr lang="en-US" sz="1000" b="0" i="0" u="none" strike="noStrike" dirty="0">
                        <a:solidFill>
                          <a:srgbClr val="333333"/>
                        </a:solidFill>
                        <a:effectLst/>
                        <a:latin typeface="Fedex sans" panose="020B0603020203020204" pitchFamily="34" charset="0"/>
                      </a:endParaRPr>
                    </a:p>
                  </a:txBody>
                  <a:tcPr marL="7538" marR="7538" marT="7538" marB="0" anchor="ctr"/>
                </a:tc>
                <a:extLst>
                  <a:ext uri="{0D108BD9-81ED-4DB2-BD59-A6C34878D82A}">
                    <a16:rowId xmlns:a16="http://schemas.microsoft.com/office/drawing/2014/main" val="456693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83105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49D6E2F4-59C7-4B7B-ABC2-ECC3F2AD89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49D6E2F4-59C7-4B7B-ABC2-ECC3F2AD89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8292416-F190-48DF-87E5-B5703F62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Key Incidents Summary – Resolved &amp; Closed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5E1F703-56C8-4B6A-86A9-C0514956581F}"/>
              </a:ext>
            </a:extLst>
          </p:cNvPr>
          <p:cNvCxnSpPr>
            <a:cxnSpLocks/>
          </p:cNvCxnSpPr>
          <p:nvPr/>
        </p:nvCxnSpPr>
        <p:spPr>
          <a:xfrm>
            <a:off x="362661" y="7391067"/>
            <a:ext cx="11455353" cy="12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25162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Appendix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2575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523EA3-C77F-42EA-8704-DEFEF028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634"/>
            <a:ext cx="4114800" cy="365125"/>
          </a:xfrm>
        </p:spPr>
        <p:txBody>
          <a:bodyPr/>
          <a:lstStyle/>
          <a:p>
            <a:r>
              <a:rPr lang="en-US" sz="1067"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t>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5E63E-F4EB-4754-A7D0-B36D966B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213" y="6495951"/>
            <a:ext cx="2743200" cy="365125"/>
          </a:xfrm>
        </p:spPr>
        <p:txBody>
          <a:bodyPr/>
          <a:lstStyle/>
          <a:p>
            <a:fld id="{83792E6B-00B6-F840-9643-4D74B9E7D643}" type="slidenum">
              <a:rPr lang="en-US" sz="1067"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rPr>
              <a:pPr/>
              <a:t>7</a:t>
            </a:fld>
            <a:endParaRPr lang="en-US" sz="1067">
              <a:latin typeface="FedEx Sans Light" panose="020B0403020203020204" pitchFamily="34" charset="0"/>
              <a:ea typeface="FedEx Sans Light" panose="020B0403020203020204" pitchFamily="34" charset="0"/>
              <a:cs typeface="FedEx Sans Light" panose="020B0403020203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0418F6-A51F-4650-B059-D1D1EED20718}"/>
              </a:ext>
            </a:extLst>
          </p:cNvPr>
          <p:cNvSpPr txBox="1">
            <a:spLocks/>
          </p:cNvSpPr>
          <p:nvPr/>
        </p:nvSpPr>
        <p:spPr>
          <a:xfrm>
            <a:off x="233258" y="89006"/>
            <a:ext cx="11725484" cy="50613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667" dirty="0">
                <a:solidFill>
                  <a:schemeClr val="tx2"/>
                </a:solidFill>
                <a:latin typeface="FedEx Sans" panose="020B0603020203020204" pitchFamily="34" charset="0"/>
                <a:ea typeface="FedEx Sans" panose="020B0603020203020204" pitchFamily="34" charset="0"/>
                <a:cs typeface="FedEx Sans" panose="020B0603020203020204" pitchFamily="34" charset="0"/>
              </a:rPr>
              <a:t>YOS Support Model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00101D4-69A3-A925-17B1-CA97D0810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416" y="483488"/>
            <a:ext cx="8930397" cy="628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4637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RwGStz9y.6ypV8GPCj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RwGStz9y.6ypV8GPCj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RwGStz9y.6ypV8GPCj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RwGStz9y.6ypV8GPCj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N31QEXR5Si2PE8ejtj7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0_FedEx Master">
  <a:themeElements>
    <a:clrScheme name="FedEx 2021">
      <a:dk1>
        <a:srgbClr val="333333"/>
      </a:dk1>
      <a:lt1>
        <a:sysClr val="window" lastClr="FFFFFF"/>
      </a:lt1>
      <a:dk2>
        <a:srgbClr val="4D148C"/>
      </a:dk2>
      <a:lt2>
        <a:srgbClr val="FF6600"/>
      </a:lt2>
      <a:accent1>
        <a:srgbClr val="7D22C3"/>
      </a:accent1>
      <a:accent2>
        <a:srgbClr val="A63685"/>
      </a:accent2>
      <a:accent3>
        <a:srgbClr val="C74755"/>
      </a:accent3>
      <a:accent4>
        <a:srgbClr val="8E8E8E"/>
      </a:accent4>
      <a:accent5>
        <a:srgbClr val="E3E3E3"/>
      </a:accent5>
      <a:accent6>
        <a:srgbClr val="F2F2F2"/>
      </a:accent6>
      <a:hlink>
        <a:srgbClr val="333333"/>
      </a:hlink>
      <a:folHlink>
        <a:srgbClr val="4D148C"/>
      </a:folHlink>
    </a:clrScheme>
    <a:fontScheme name="FedEx Sans">
      <a:majorFont>
        <a:latin typeface="Fedex sans"/>
        <a:ea typeface=""/>
        <a:cs typeface=""/>
      </a:majorFont>
      <a:minorFont>
        <a:latin typeface="Fed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solidFill>
            <a:schemeClr val="tx2"/>
          </a:solidFill>
        </a:ln>
      </a:spPr>
      <a:bodyPr rtlCol="0" anchor="ctr"/>
      <a:lstStyle>
        <a:defPPr algn="ctr">
          <a:defRPr sz="1800" dirty="0" smtClean="0">
            <a:solidFill>
              <a:schemeClr val="bg1"/>
            </a:solidFill>
            <a:latin typeface="Arial Narrow" panose="020B0606020202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274320" indent="-274320">
          <a:buFont typeface="Arial" pitchFamily="34" charset="0"/>
          <a:buChar char="•"/>
          <a:defRPr sz="2000" b="1" dirty="0" smtClean="0">
            <a:latin typeface="+mn-lt"/>
          </a:defRPr>
        </a:defPPr>
      </a:lstStyle>
    </a:txDef>
  </a:objectDefaults>
  <a:extraClrSchemeLst>
    <a:extraClrScheme>
      <a:clrScheme name="FedEx –TNT">
        <a:dk1>
          <a:sysClr val="windowText" lastClr="000000"/>
        </a:dk1>
        <a:lt1>
          <a:sysClr val="window" lastClr="FFFFFF"/>
        </a:lt1>
        <a:dk2>
          <a:srgbClr val="4D148C"/>
        </a:dk2>
        <a:lt2>
          <a:srgbClr val="CDCDCD"/>
        </a:lt2>
        <a:accent1>
          <a:srgbClr val="FF6600"/>
        </a:accent1>
        <a:accent2>
          <a:srgbClr val="999999"/>
        </a:accent2>
        <a:accent3>
          <a:srgbClr val="666666"/>
        </a:accent3>
        <a:accent4>
          <a:srgbClr val="D1D3D4"/>
        </a:accent4>
        <a:accent5>
          <a:srgbClr val="808285"/>
        </a:accent5>
        <a:accent6>
          <a:srgbClr val="3B3B3B"/>
        </a:accent6>
        <a:hlink>
          <a:srgbClr val="4D148C"/>
        </a:hlink>
        <a:folHlink>
          <a:srgbClr val="999999"/>
        </a:folHlink>
      </a:clrScheme>
    </a:extraClrScheme>
  </a:extraClrSchemeLst>
  <a:extLst>
    <a:ext uri="{05A4C25C-085E-4340-85A3-A5531E510DB2}">
      <thm15:themeFamily xmlns:thm15="http://schemas.microsoft.com/office/thememl/2012/main" name="Presentation2" id="{EB9E0FEF-6302-437E-8943-4BABCABD98B8}" vid="{B4D4D30C-E6A6-4F33-AB48-C20A8F8143BC}"/>
    </a:ext>
  </a:extLst>
</a:theme>
</file>

<file path=ppt/theme/theme2.xml><?xml version="1.0" encoding="utf-8"?>
<a:theme xmlns:a="http://schemas.openxmlformats.org/drawingml/2006/main" name="FedEx Master">
  <a:themeElements>
    <a:clrScheme name="FedEx 2021">
      <a:dk1>
        <a:srgbClr val="333333"/>
      </a:dk1>
      <a:lt1>
        <a:sysClr val="window" lastClr="FFFFFF"/>
      </a:lt1>
      <a:dk2>
        <a:srgbClr val="4D148C"/>
      </a:dk2>
      <a:lt2>
        <a:srgbClr val="FF6600"/>
      </a:lt2>
      <a:accent1>
        <a:srgbClr val="7D22C3"/>
      </a:accent1>
      <a:accent2>
        <a:srgbClr val="A63685"/>
      </a:accent2>
      <a:accent3>
        <a:srgbClr val="C74755"/>
      </a:accent3>
      <a:accent4>
        <a:srgbClr val="8E8E8E"/>
      </a:accent4>
      <a:accent5>
        <a:srgbClr val="E3E3E3"/>
      </a:accent5>
      <a:accent6>
        <a:srgbClr val="F2F2F2"/>
      </a:accent6>
      <a:hlink>
        <a:srgbClr val="333333"/>
      </a:hlink>
      <a:folHlink>
        <a:srgbClr val="4D148C"/>
      </a:folHlink>
    </a:clrScheme>
    <a:fontScheme name="FedEx Sans">
      <a:majorFont>
        <a:latin typeface="Fedex sans"/>
        <a:ea typeface=""/>
        <a:cs typeface=""/>
      </a:majorFont>
      <a:minorFont>
        <a:latin typeface="Fed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solidFill>
            <a:schemeClr val="tx2"/>
          </a:solidFill>
        </a:ln>
      </a:spPr>
      <a:bodyPr rtlCol="0" anchor="ctr"/>
      <a:lstStyle>
        <a:defPPr algn="ctr">
          <a:defRPr sz="1800" dirty="0" smtClean="0">
            <a:solidFill>
              <a:schemeClr val="bg1"/>
            </a:solidFill>
            <a:latin typeface="Arial Narrow" panose="020B0606020202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274320" indent="-274320">
          <a:buFont typeface="Arial" pitchFamily="34" charset="0"/>
          <a:buChar char="•"/>
          <a:defRPr sz="2000" b="1" dirty="0" smtClean="0">
            <a:latin typeface="+mn-lt"/>
          </a:defRPr>
        </a:defPPr>
      </a:lstStyle>
    </a:txDef>
  </a:objectDefaults>
  <a:extraClrSchemeLst>
    <a:extraClrScheme>
      <a:clrScheme name="FedEx –TNT">
        <a:dk1>
          <a:sysClr val="windowText" lastClr="000000"/>
        </a:dk1>
        <a:lt1>
          <a:sysClr val="window" lastClr="FFFFFF"/>
        </a:lt1>
        <a:dk2>
          <a:srgbClr val="4D148C"/>
        </a:dk2>
        <a:lt2>
          <a:srgbClr val="CDCDCD"/>
        </a:lt2>
        <a:accent1>
          <a:srgbClr val="FF6600"/>
        </a:accent1>
        <a:accent2>
          <a:srgbClr val="999999"/>
        </a:accent2>
        <a:accent3>
          <a:srgbClr val="666666"/>
        </a:accent3>
        <a:accent4>
          <a:srgbClr val="D1D3D4"/>
        </a:accent4>
        <a:accent5>
          <a:srgbClr val="808285"/>
        </a:accent5>
        <a:accent6>
          <a:srgbClr val="3B3B3B"/>
        </a:accent6>
        <a:hlink>
          <a:srgbClr val="4D148C"/>
        </a:hlink>
        <a:folHlink>
          <a:srgbClr val="999999"/>
        </a:folHlink>
      </a:clrScheme>
    </a:extraClrScheme>
  </a:extraClrSchemeLst>
  <a:extLst>
    <a:ext uri="{05A4C25C-085E-4340-85A3-A5531E510DB2}">
      <thm15:themeFamily xmlns:thm15="http://schemas.microsoft.com/office/thememl/2012/main" name="Presentation2" id="{EB9E0FEF-6302-437E-8943-4BABCABD98B8}" vid="{B4D4D30C-E6A6-4F33-AB48-C20A8F8143BC}"/>
    </a:ext>
  </a:extLst>
</a:theme>
</file>

<file path=ppt/theme/theme3.xml><?xml version="1.0" encoding="utf-8"?>
<a:theme xmlns:a="http://schemas.openxmlformats.org/drawingml/2006/main" name="11_FedEx Master">
  <a:themeElements>
    <a:clrScheme name="FedEx 2021">
      <a:dk1>
        <a:srgbClr val="333333"/>
      </a:dk1>
      <a:lt1>
        <a:sysClr val="window" lastClr="FFFFFF"/>
      </a:lt1>
      <a:dk2>
        <a:srgbClr val="4D148C"/>
      </a:dk2>
      <a:lt2>
        <a:srgbClr val="FF6600"/>
      </a:lt2>
      <a:accent1>
        <a:srgbClr val="7D22C3"/>
      </a:accent1>
      <a:accent2>
        <a:srgbClr val="A63685"/>
      </a:accent2>
      <a:accent3>
        <a:srgbClr val="C74755"/>
      </a:accent3>
      <a:accent4>
        <a:srgbClr val="8E8E8E"/>
      </a:accent4>
      <a:accent5>
        <a:srgbClr val="E3E3E3"/>
      </a:accent5>
      <a:accent6>
        <a:srgbClr val="F2F2F2"/>
      </a:accent6>
      <a:hlink>
        <a:srgbClr val="333333"/>
      </a:hlink>
      <a:folHlink>
        <a:srgbClr val="4D148C"/>
      </a:folHlink>
    </a:clrScheme>
    <a:fontScheme name="FedEx Sans">
      <a:majorFont>
        <a:latin typeface="Fedex sans"/>
        <a:ea typeface=""/>
        <a:cs typeface=""/>
      </a:majorFont>
      <a:minorFont>
        <a:latin typeface="Fed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solidFill>
            <a:schemeClr val="tx2"/>
          </a:solidFill>
        </a:ln>
      </a:spPr>
      <a:bodyPr rtlCol="0" anchor="ctr"/>
      <a:lstStyle>
        <a:defPPr algn="ctr">
          <a:defRPr sz="1800" dirty="0" smtClean="0">
            <a:solidFill>
              <a:schemeClr val="bg1"/>
            </a:solidFill>
            <a:latin typeface="Arial Narrow" panose="020B0606020202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274320" indent="-274320">
          <a:buFont typeface="Arial" pitchFamily="34" charset="0"/>
          <a:buChar char="•"/>
          <a:defRPr sz="2000" b="1" dirty="0" smtClean="0">
            <a:latin typeface="+mn-lt"/>
          </a:defRPr>
        </a:defPPr>
      </a:lstStyle>
    </a:txDef>
  </a:objectDefaults>
  <a:extraClrSchemeLst>
    <a:extraClrScheme>
      <a:clrScheme name="FedEx –TNT">
        <a:dk1>
          <a:sysClr val="windowText" lastClr="000000"/>
        </a:dk1>
        <a:lt1>
          <a:sysClr val="window" lastClr="FFFFFF"/>
        </a:lt1>
        <a:dk2>
          <a:srgbClr val="4D148C"/>
        </a:dk2>
        <a:lt2>
          <a:srgbClr val="CDCDCD"/>
        </a:lt2>
        <a:accent1>
          <a:srgbClr val="FF6600"/>
        </a:accent1>
        <a:accent2>
          <a:srgbClr val="999999"/>
        </a:accent2>
        <a:accent3>
          <a:srgbClr val="666666"/>
        </a:accent3>
        <a:accent4>
          <a:srgbClr val="D1D3D4"/>
        </a:accent4>
        <a:accent5>
          <a:srgbClr val="808285"/>
        </a:accent5>
        <a:accent6>
          <a:srgbClr val="3B3B3B"/>
        </a:accent6>
        <a:hlink>
          <a:srgbClr val="4D148C"/>
        </a:hlink>
        <a:folHlink>
          <a:srgbClr val="999999"/>
        </a:folHlink>
      </a:clrScheme>
    </a:extraClrScheme>
  </a:extraClrSchemeLst>
  <a:extLst>
    <a:ext uri="{05A4C25C-085E-4340-85A3-A5531E510DB2}">
      <thm15:themeFamily xmlns:thm15="http://schemas.microsoft.com/office/thememl/2012/main" name="Presentation2" id="{EB9E0FEF-6302-437E-8943-4BABCABD98B8}" vid="{B4D4D30C-E6A6-4F33-AB48-C20A8F8143BC}"/>
    </a:ext>
  </a:extLst>
</a:theme>
</file>

<file path=ppt/theme/theme4.xml><?xml version="1.0" encoding="utf-8"?>
<a:theme xmlns:a="http://schemas.openxmlformats.org/drawingml/2006/main" name="1_FedEx Master">
  <a:themeElements>
    <a:clrScheme name="FedEx 2021">
      <a:dk1>
        <a:srgbClr val="333333"/>
      </a:dk1>
      <a:lt1>
        <a:sysClr val="window" lastClr="FFFFFF"/>
      </a:lt1>
      <a:dk2>
        <a:srgbClr val="4D148C"/>
      </a:dk2>
      <a:lt2>
        <a:srgbClr val="FF6600"/>
      </a:lt2>
      <a:accent1>
        <a:srgbClr val="7D22C3"/>
      </a:accent1>
      <a:accent2>
        <a:srgbClr val="A63685"/>
      </a:accent2>
      <a:accent3>
        <a:srgbClr val="C74755"/>
      </a:accent3>
      <a:accent4>
        <a:srgbClr val="8E8E8E"/>
      </a:accent4>
      <a:accent5>
        <a:srgbClr val="E3E3E3"/>
      </a:accent5>
      <a:accent6>
        <a:srgbClr val="F2F2F2"/>
      </a:accent6>
      <a:hlink>
        <a:srgbClr val="333333"/>
      </a:hlink>
      <a:folHlink>
        <a:srgbClr val="4D148C"/>
      </a:folHlink>
    </a:clrScheme>
    <a:fontScheme name="FedEx Sans">
      <a:majorFont>
        <a:latin typeface="Fedex sans"/>
        <a:ea typeface=""/>
        <a:cs typeface=""/>
      </a:majorFont>
      <a:minorFont>
        <a:latin typeface="Fed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solidFill>
            <a:schemeClr val="tx2"/>
          </a:solidFill>
        </a:ln>
      </a:spPr>
      <a:bodyPr rtlCol="0" anchor="ctr"/>
      <a:lstStyle>
        <a:defPPr algn="ctr">
          <a:defRPr sz="1800" dirty="0" smtClean="0">
            <a:solidFill>
              <a:schemeClr val="bg1"/>
            </a:solidFill>
            <a:latin typeface="Arial Narrow" panose="020B0606020202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274320" indent="-274320">
          <a:buFont typeface="Arial" pitchFamily="34" charset="0"/>
          <a:buChar char="•"/>
          <a:defRPr sz="2000" b="1" dirty="0" smtClean="0">
            <a:latin typeface="+mn-lt"/>
          </a:defRPr>
        </a:defPPr>
      </a:lstStyle>
    </a:txDef>
  </a:objectDefaults>
  <a:extraClrSchemeLst>
    <a:extraClrScheme>
      <a:clrScheme name="FedEx –TNT">
        <a:dk1>
          <a:sysClr val="windowText" lastClr="000000"/>
        </a:dk1>
        <a:lt1>
          <a:sysClr val="window" lastClr="FFFFFF"/>
        </a:lt1>
        <a:dk2>
          <a:srgbClr val="4D148C"/>
        </a:dk2>
        <a:lt2>
          <a:srgbClr val="CDCDCD"/>
        </a:lt2>
        <a:accent1>
          <a:srgbClr val="FF6600"/>
        </a:accent1>
        <a:accent2>
          <a:srgbClr val="999999"/>
        </a:accent2>
        <a:accent3>
          <a:srgbClr val="666666"/>
        </a:accent3>
        <a:accent4>
          <a:srgbClr val="D1D3D4"/>
        </a:accent4>
        <a:accent5>
          <a:srgbClr val="808285"/>
        </a:accent5>
        <a:accent6>
          <a:srgbClr val="3B3B3B"/>
        </a:accent6>
        <a:hlink>
          <a:srgbClr val="4D148C"/>
        </a:hlink>
        <a:folHlink>
          <a:srgbClr val="999999"/>
        </a:folHlink>
      </a:clrScheme>
    </a:extraClrScheme>
  </a:extraClrSchemeLst>
  <a:extLst>
    <a:ext uri="{05A4C25C-085E-4340-85A3-A5531E510DB2}">
      <thm15:themeFamily xmlns:thm15="http://schemas.microsoft.com/office/thememl/2012/main" name="Presentation2" id="{EB9E0FEF-6302-437E-8943-4BABCABD98B8}" vid="{B4D4D30C-E6A6-4F33-AB48-C20A8F8143BC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666DAF84739E4B91E58BFCDF1C9710" ma:contentTypeVersion="14" ma:contentTypeDescription="Create a new document." ma:contentTypeScope="" ma:versionID="2eeac3071c85f5d06940ed99f1caea24">
  <xsd:schema xmlns:xsd="http://www.w3.org/2001/XMLSchema" xmlns:xs="http://www.w3.org/2001/XMLSchema" xmlns:p="http://schemas.microsoft.com/office/2006/metadata/properties" xmlns:ns3="b5cc97b1-7da0-472f-b839-11f2a8eeef32" xmlns:ns4="8fe04f4d-03d2-4668-a2dd-911f173b4049" targetNamespace="http://schemas.microsoft.com/office/2006/metadata/properties" ma:root="true" ma:fieldsID="f7990c89c88795a520107e2953c5d369" ns3:_="" ns4:_="">
    <xsd:import namespace="b5cc97b1-7da0-472f-b839-11f2a8eeef32"/>
    <xsd:import namespace="8fe04f4d-03d2-4668-a2dd-911f173b404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cc97b1-7da0-472f-b839-11f2a8eeef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e04f4d-03d2-4668-a2dd-911f173b4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73D9D2-3430-4B0B-9BBD-41BF365F02AD}">
  <ds:schemaRefs>
    <ds:schemaRef ds:uri="8fe04f4d-03d2-4668-a2dd-911f173b4049"/>
    <ds:schemaRef ds:uri="b5cc97b1-7da0-472f-b839-11f2a8eeef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2C9F7F2-4D93-462C-8FCA-BDB3AF3D90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F74ECA-7E0E-4844-AC88-B914D840CA78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8fe04f4d-03d2-4668-a2dd-911f173b4049"/>
    <ds:schemaRef ds:uri="b5cc97b1-7da0-472f-b839-11f2a8eeef3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286</Words>
  <Application>Microsoft Office PowerPoint</Application>
  <PresentationFormat>Widescreen</PresentationFormat>
  <Paragraphs>68</Paragraphs>
  <Slides>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Arial Narrow</vt:lpstr>
      <vt:lpstr>Calibri</vt:lpstr>
      <vt:lpstr>Courier New</vt:lpstr>
      <vt:lpstr>Fedex sans</vt:lpstr>
      <vt:lpstr>Fedex sans</vt:lpstr>
      <vt:lpstr>FedEx Sans Light</vt:lpstr>
      <vt:lpstr>10_FedEx Master</vt:lpstr>
      <vt:lpstr>FedEx Master</vt:lpstr>
      <vt:lpstr>11_FedEx Master</vt:lpstr>
      <vt:lpstr>1_FedEx Master</vt:lpstr>
      <vt:lpstr>think-cell Slide</vt:lpstr>
      <vt:lpstr>PowerPoint Presentation</vt:lpstr>
      <vt:lpstr>Executive Summary</vt:lpstr>
      <vt:lpstr>Key Incidents Summary – In Progress</vt:lpstr>
      <vt:lpstr>Key Incidents Summary – On Hold</vt:lpstr>
      <vt:lpstr>Key Incidents Summary – Resolved &amp; Closed</vt:lpstr>
      <vt:lpstr>Appendix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STING – All EPICs | E2E Test Summary</dc:title>
  <dc:creator>Olga Flerkevitch</dc:creator>
  <cp:lastModifiedBy>Paul Blom</cp:lastModifiedBy>
  <cp:revision>7</cp:revision>
  <dcterms:created xsi:type="dcterms:W3CDTF">2022-07-06T06:51:23Z</dcterms:created>
  <dcterms:modified xsi:type="dcterms:W3CDTF">2023-01-17T13:15:44Z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0x010100AC666DAF84739E4B91E58BFCDF1C9710</vt:lpwstr>
  </property>
</Properties>
</file>